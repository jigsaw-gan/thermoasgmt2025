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027863" cy="5730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5" userDrawn="1">
          <p15:clr>
            <a:srgbClr val="A4A3A4"/>
          </p15:clr>
        </p15:guide>
        <p15:guide id="2" pos="22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40" y="836"/>
      </p:cViewPr>
      <p:guideLst>
        <p:guide orient="horz" pos="1805"/>
        <p:guide pos="22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090" y="937900"/>
            <a:ext cx="5973684" cy="1995194"/>
          </a:xfrm>
        </p:spPr>
        <p:txBody>
          <a:bodyPr anchor="b"/>
          <a:lstStyle>
            <a:lvl1pPr algn="ctr">
              <a:defRPr sz="46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8483" y="3010037"/>
            <a:ext cx="5270897" cy="1383634"/>
          </a:xfrm>
        </p:spPr>
        <p:txBody>
          <a:bodyPr/>
          <a:lstStyle>
            <a:lvl1pPr marL="0" indent="0" algn="ctr">
              <a:buNone/>
              <a:defRPr sz="1845"/>
            </a:lvl1pPr>
            <a:lvl2pPr marL="351404" indent="0" algn="ctr">
              <a:buNone/>
              <a:defRPr sz="1537"/>
            </a:lvl2pPr>
            <a:lvl3pPr marL="702808" indent="0" algn="ctr">
              <a:buNone/>
              <a:defRPr sz="1383"/>
            </a:lvl3pPr>
            <a:lvl4pPr marL="1054212" indent="0" algn="ctr">
              <a:buNone/>
              <a:defRPr sz="1230"/>
            </a:lvl4pPr>
            <a:lvl5pPr marL="1405616" indent="0" algn="ctr">
              <a:buNone/>
              <a:defRPr sz="1230"/>
            </a:lvl5pPr>
            <a:lvl6pPr marL="1757020" indent="0" algn="ctr">
              <a:buNone/>
              <a:defRPr sz="1230"/>
            </a:lvl6pPr>
            <a:lvl7pPr marL="2108424" indent="0" algn="ctr">
              <a:buNone/>
              <a:defRPr sz="1230"/>
            </a:lvl7pPr>
            <a:lvl8pPr marL="2459827" indent="0" algn="ctr">
              <a:buNone/>
              <a:defRPr sz="1230"/>
            </a:lvl8pPr>
            <a:lvl9pPr marL="2811231" indent="0" algn="ctr">
              <a:buNone/>
              <a:defRPr sz="123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40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69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506" y="1428741"/>
            <a:ext cx="6061532" cy="2383884"/>
          </a:xfrm>
        </p:spPr>
        <p:txBody>
          <a:bodyPr anchor="b"/>
          <a:lstStyle>
            <a:lvl1pPr>
              <a:defRPr sz="46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506" y="3835178"/>
            <a:ext cx="6061532" cy="1253628"/>
          </a:xfrm>
        </p:spPr>
        <p:txBody>
          <a:bodyPr/>
          <a:lstStyle>
            <a:lvl1pPr marL="0" indent="0">
              <a:buNone/>
              <a:defRPr sz="1845">
                <a:solidFill>
                  <a:schemeClr val="tx1">
                    <a:tint val="82000"/>
                  </a:schemeClr>
                </a:solidFill>
              </a:defRPr>
            </a:lvl1pPr>
            <a:lvl2pPr marL="351404" indent="0">
              <a:buNone/>
              <a:defRPr sz="1537">
                <a:solidFill>
                  <a:schemeClr val="tx1">
                    <a:tint val="82000"/>
                  </a:schemeClr>
                </a:solidFill>
              </a:defRPr>
            </a:lvl2pPr>
            <a:lvl3pPr marL="702808" indent="0">
              <a:buNone/>
              <a:defRPr sz="1383">
                <a:solidFill>
                  <a:schemeClr val="tx1">
                    <a:tint val="82000"/>
                  </a:schemeClr>
                </a:solidFill>
              </a:defRPr>
            </a:lvl3pPr>
            <a:lvl4pPr marL="1054212" indent="0">
              <a:buNone/>
              <a:defRPr sz="1230">
                <a:solidFill>
                  <a:schemeClr val="tx1">
                    <a:tint val="82000"/>
                  </a:schemeClr>
                </a:solidFill>
              </a:defRPr>
            </a:lvl4pPr>
            <a:lvl5pPr marL="1405616" indent="0">
              <a:buNone/>
              <a:defRPr sz="1230">
                <a:solidFill>
                  <a:schemeClr val="tx1">
                    <a:tint val="82000"/>
                  </a:schemeClr>
                </a:solidFill>
              </a:defRPr>
            </a:lvl5pPr>
            <a:lvl6pPr marL="1757020" indent="0">
              <a:buNone/>
              <a:defRPr sz="1230">
                <a:solidFill>
                  <a:schemeClr val="tx1">
                    <a:tint val="82000"/>
                  </a:schemeClr>
                </a:solidFill>
              </a:defRPr>
            </a:lvl6pPr>
            <a:lvl7pPr marL="2108424" indent="0">
              <a:buNone/>
              <a:defRPr sz="1230">
                <a:solidFill>
                  <a:schemeClr val="tx1">
                    <a:tint val="82000"/>
                  </a:schemeClr>
                </a:solidFill>
              </a:defRPr>
            </a:lvl7pPr>
            <a:lvl8pPr marL="2459827" indent="0">
              <a:buNone/>
              <a:defRPr sz="1230">
                <a:solidFill>
                  <a:schemeClr val="tx1">
                    <a:tint val="82000"/>
                  </a:schemeClr>
                </a:solidFill>
              </a:defRPr>
            </a:lvl8pPr>
            <a:lvl9pPr marL="2811231" indent="0">
              <a:buNone/>
              <a:defRPr sz="12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43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3165" y="1525580"/>
            <a:ext cx="2986842" cy="36361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57856" y="1525580"/>
            <a:ext cx="2986842" cy="36361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25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81" y="305117"/>
            <a:ext cx="6061532" cy="110770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082" y="1404861"/>
            <a:ext cx="2973115" cy="688501"/>
          </a:xfrm>
        </p:spPr>
        <p:txBody>
          <a:bodyPr anchor="b"/>
          <a:lstStyle>
            <a:lvl1pPr marL="0" indent="0">
              <a:buNone/>
              <a:defRPr sz="1845" b="1"/>
            </a:lvl1pPr>
            <a:lvl2pPr marL="351404" indent="0">
              <a:buNone/>
              <a:defRPr sz="1537" b="1"/>
            </a:lvl2pPr>
            <a:lvl3pPr marL="702808" indent="0">
              <a:buNone/>
              <a:defRPr sz="1383" b="1"/>
            </a:lvl3pPr>
            <a:lvl4pPr marL="1054212" indent="0">
              <a:buNone/>
              <a:defRPr sz="1230" b="1"/>
            </a:lvl4pPr>
            <a:lvl5pPr marL="1405616" indent="0">
              <a:buNone/>
              <a:defRPr sz="1230" b="1"/>
            </a:lvl5pPr>
            <a:lvl6pPr marL="1757020" indent="0">
              <a:buNone/>
              <a:defRPr sz="1230" b="1"/>
            </a:lvl6pPr>
            <a:lvl7pPr marL="2108424" indent="0">
              <a:buNone/>
              <a:defRPr sz="1230" b="1"/>
            </a:lvl7pPr>
            <a:lvl8pPr marL="2459827" indent="0">
              <a:buNone/>
              <a:defRPr sz="1230" b="1"/>
            </a:lvl8pPr>
            <a:lvl9pPr marL="2811231" indent="0">
              <a:buNone/>
              <a:defRPr sz="12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082" y="2093361"/>
            <a:ext cx="2973115" cy="3079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57856" y="1404861"/>
            <a:ext cx="2987757" cy="688501"/>
          </a:xfrm>
        </p:spPr>
        <p:txBody>
          <a:bodyPr anchor="b"/>
          <a:lstStyle>
            <a:lvl1pPr marL="0" indent="0">
              <a:buNone/>
              <a:defRPr sz="1845" b="1"/>
            </a:lvl1pPr>
            <a:lvl2pPr marL="351404" indent="0">
              <a:buNone/>
              <a:defRPr sz="1537" b="1"/>
            </a:lvl2pPr>
            <a:lvl3pPr marL="702808" indent="0">
              <a:buNone/>
              <a:defRPr sz="1383" b="1"/>
            </a:lvl3pPr>
            <a:lvl4pPr marL="1054212" indent="0">
              <a:buNone/>
              <a:defRPr sz="1230" b="1"/>
            </a:lvl4pPr>
            <a:lvl5pPr marL="1405616" indent="0">
              <a:buNone/>
              <a:defRPr sz="1230" b="1"/>
            </a:lvl5pPr>
            <a:lvl6pPr marL="1757020" indent="0">
              <a:buNone/>
              <a:defRPr sz="1230" b="1"/>
            </a:lvl6pPr>
            <a:lvl7pPr marL="2108424" indent="0">
              <a:buNone/>
              <a:defRPr sz="1230" b="1"/>
            </a:lvl7pPr>
            <a:lvl8pPr marL="2459827" indent="0">
              <a:buNone/>
              <a:defRPr sz="1230" b="1"/>
            </a:lvl8pPr>
            <a:lvl9pPr marL="2811231" indent="0">
              <a:buNone/>
              <a:defRPr sz="12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57856" y="2093361"/>
            <a:ext cx="2987757" cy="3079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2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9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0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81" y="382058"/>
            <a:ext cx="2266669" cy="1337204"/>
          </a:xfrm>
        </p:spPr>
        <p:txBody>
          <a:bodyPr anchor="b"/>
          <a:lstStyle>
            <a:lvl1pPr>
              <a:defRPr sz="24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7757" y="825141"/>
            <a:ext cx="3557856" cy="4072636"/>
          </a:xfrm>
        </p:spPr>
        <p:txBody>
          <a:bodyPr/>
          <a:lstStyle>
            <a:lvl1pPr>
              <a:defRPr sz="2460"/>
            </a:lvl1pPr>
            <a:lvl2pPr>
              <a:defRPr sz="2152"/>
            </a:lvl2pPr>
            <a:lvl3pPr>
              <a:defRPr sz="1845"/>
            </a:lvl3pPr>
            <a:lvl4pPr>
              <a:defRPr sz="1537"/>
            </a:lvl4pPr>
            <a:lvl5pPr>
              <a:defRPr sz="1537"/>
            </a:lvl5pPr>
            <a:lvl6pPr>
              <a:defRPr sz="1537"/>
            </a:lvl6pPr>
            <a:lvl7pPr>
              <a:defRPr sz="1537"/>
            </a:lvl7pPr>
            <a:lvl8pPr>
              <a:defRPr sz="1537"/>
            </a:lvl8pPr>
            <a:lvl9pPr>
              <a:defRPr sz="15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081" y="1719263"/>
            <a:ext cx="2266669" cy="3185146"/>
          </a:xfrm>
        </p:spPr>
        <p:txBody>
          <a:bodyPr/>
          <a:lstStyle>
            <a:lvl1pPr marL="0" indent="0">
              <a:buNone/>
              <a:defRPr sz="1230"/>
            </a:lvl1pPr>
            <a:lvl2pPr marL="351404" indent="0">
              <a:buNone/>
              <a:defRPr sz="1076"/>
            </a:lvl2pPr>
            <a:lvl3pPr marL="702808" indent="0">
              <a:buNone/>
              <a:defRPr sz="922"/>
            </a:lvl3pPr>
            <a:lvl4pPr marL="1054212" indent="0">
              <a:buNone/>
              <a:defRPr sz="769"/>
            </a:lvl4pPr>
            <a:lvl5pPr marL="1405616" indent="0">
              <a:buNone/>
              <a:defRPr sz="769"/>
            </a:lvl5pPr>
            <a:lvl6pPr marL="1757020" indent="0">
              <a:buNone/>
              <a:defRPr sz="769"/>
            </a:lvl6pPr>
            <a:lvl7pPr marL="2108424" indent="0">
              <a:buNone/>
              <a:defRPr sz="769"/>
            </a:lvl7pPr>
            <a:lvl8pPr marL="2459827" indent="0">
              <a:buNone/>
              <a:defRPr sz="769"/>
            </a:lvl8pPr>
            <a:lvl9pPr marL="2811231" indent="0">
              <a:buNone/>
              <a:defRPr sz="7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05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81" y="382058"/>
            <a:ext cx="2266669" cy="1337204"/>
          </a:xfrm>
        </p:spPr>
        <p:txBody>
          <a:bodyPr anchor="b"/>
          <a:lstStyle>
            <a:lvl1pPr>
              <a:defRPr sz="24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87757" y="825141"/>
            <a:ext cx="3557856" cy="4072636"/>
          </a:xfrm>
        </p:spPr>
        <p:txBody>
          <a:bodyPr anchor="t"/>
          <a:lstStyle>
            <a:lvl1pPr marL="0" indent="0">
              <a:buNone/>
              <a:defRPr sz="2460"/>
            </a:lvl1pPr>
            <a:lvl2pPr marL="351404" indent="0">
              <a:buNone/>
              <a:defRPr sz="2152"/>
            </a:lvl2pPr>
            <a:lvl3pPr marL="702808" indent="0">
              <a:buNone/>
              <a:defRPr sz="1845"/>
            </a:lvl3pPr>
            <a:lvl4pPr marL="1054212" indent="0">
              <a:buNone/>
              <a:defRPr sz="1537"/>
            </a:lvl4pPr>
            <a:lvl5pPr marL="1405616" indent="0">
              <a:buNone/>
              <a:defRPr sz="1537"/>
            </a:lvl5pPr>
            <a:lvl6pPr marL="1757020" indent="0">
              <a:buNone/>
              <a:defRPr sz="1537"/>
            </a:lvl6pPr>
            <a:lvl7pPr marL="2108424" indent="0">
              <a:buNone/>
              <a:defRPr sz="1537"/>
            </a:lvl7pPr>
            <a:lvl8pPr marL="2459827" indent="0">
              <a:buNone/>
              <a:defRPr sz="1537"/>
            </a:lvl8pPr>
            <a:lvl9pPr marL="2811231" indent="0">
              <a:buNone/>
              <a:defRPr sz="15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081" y="1719263"/>
            <a:ext cx="2266669" cy="3185146"/>
          </a:xfrm>
        </p:spPr>
        <p:txBody>
          <a:bodyPr/>
          <a:lstStyle>
            <a:lvl1pPr marL="0" indent="0">
              <a:buNone/>
              <a:defRPr sz="1230"/>
            </a:lvl1pPr>
            <a:lvl2pPr marL="351404" indent="0">
              <a:buNone/>
              <a:defRPr sz="1076"/>
            </a:lvl2pPr>
            <a:lvl3pPr marL="702808" indent="0">
              <a:buNone/>
              <a:defRPr sz="922"/>
            </a:lvl3pPr>
            <a:lvl4pPr marL="1054212" indent="0">
              <a:buNone/>
              <a:defRPr sz="769"/>
            </a:lvl4pPr>
            <a:lvl5pPr marL="1405616" indent="0">
              <a:buNone/>
              <a:defRPr sz="769"/>
            </a:lvl5pPr>
            <a:lvl6pPr marL="1757020" indent="0">
              <a:buNone/>
              <a:defRPr sz="769"/>
            </a:lvl6pPr>
            <a:lvl7pPr marL="2108424" indent="0">
              <a:buNone/>
              <a:defRPr sz="769"/>
            </a:lvl7pPr>
            <a:lvl8pPr marL="2459827" indent="0">
              <a:buNone/>
              <a:defRPr sz="769"/>
            </a:lvl8pPr>
            <a:lvl9pPr marL="2811231" indent="0">
              <a:buNone/>
              <a:defRPr sz="7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47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73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29315" y="305116"/>
            <a:ext cx="1515383" cy="48566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3166" y="305116"/>
            <a:ext cx="4458301" cy="485665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95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3166" y="305117"/>
            <a:ext cx="6061532" cy="1107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3166" y="1525580"/>
            <a:ext cx="6061532" cy="3636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3166" y="5311673"/>
            <a:ext cx="1581269" cy="3051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6602C-95F0-4E2E-AFD2-4EC211FB470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7980" y="5311673"/>
            <a:ext cx="2371904" cy="3051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63428" y="5311673"/>
            <a:ext cx="1581269" cy="3051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6A5B7-6BEF-443D-AEC0-419E7E069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36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02808" rtl="0" eaLnBrk="1" latinLnBrk="0" hangingPunct="1">
        <a:lnSpc>
          <a:spcPct val="90000"/>
        </a:lnSpc>
        <a:spcBef>
          <a:spcPct val="0"/>
        </a:spcBef>
        <a:buNone/>
        <a:defRPr sz="33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5702" indent="-175702" algn="l" defTabSz="702808" rtl="0" eaLnBrk="1" latinLnBrk="0" hangingPunct="1">
        <a:lnSpc>
          <a:spcPct val="90000"/>
        </a:lnSpc>
        <a:spcBef>
          <a:spcPts val="769"/>
        </a:spcBef>
        <a:buFont typeface="Arial" panose="020B0604020202020204" pitchFamily="34" charset="0"/>
        <a:buChar char="•"/>
        <a:defRPr sz="2152" kern="1200">
          <a:solidFill>
            <a:schemeClr val="tx1"/>
          </a:solidFill>
          <a:latin typeface="+mn-lt"/>
          <a:ea typeface="+mn-ea"/>
          <a:cs typeface="+mn-cs"/>
        </a:defRPr>
      </a:lvl1pPr>
      <a:lvl2pPr marL="527106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2pPr>
      <a:lvl3pPr marL="878510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537" kern="1200">
          <a:solidFill>
            <a:schemeClr val="tx1"/>
          </a:solidFill>
          <a:latin typeface="+mn-lt"/>
          <a:ea typeface="+mn-ea"/>
          <a:cs typeface="+mn-cs"/>
        </a:defRPr>
      </a:lvl3pPr>
      <a:lvl4pPr marL="1229914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383" kern="1200">
          <a:solidFill>
            <a:schemeClr val="tx1"/>
          </a:solidFill>
          <a:latin typeface="+mn-lt"/>
          <a:ea typeface="+mn-ea"/>
          <a:cs typeface="+mn-cs"/>
        </a:defRPr>
      </a:lvl4pPr>
      <a:lvl5pPr marL="1581318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383" kern="1200">
          <a:solidFill>
            <a:schemeClr val="tx1"/>
          </a:solidFill>
          <a:latin typeface="+mn-lt"/>
          <a:ea typeface="+mn-ea"/>
          <a:cs typeface="+mn-cs"/>
        </a:defRPr>
      </a:lvl5pPr>
      <a:lvl6pPr marL="1932722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383" kern="1200">
          <a:solidFill>
            <a:schemeClr val="tx1"/>
          </a:solidFill>
          <a:latin typeface="+mn-lt"/>
          <a:ea typeface="+mn-ea"/>
          <a:cs typeface="+mn-cs"/>
        </a:defRPr>
      </a:lvl6pPr>
      <a:lvl7pPr marL="2284125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383" kern="1200">
          <a:solidFill>
            <a:schemeClr val="tx1"/>
          </a:solidFill>
          <a:latin typeface="+mn-lt"/>
          <a:ea typeface="+mn-ea"/>
          <a:cs typeface="+mn-cs"/>
        </a:defRPr>
      </a:lvl7pPr>
      <a:lvl8pPr marL="2635529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383" kern="1200">
          <a:solidFill>
            <a:schemeClr val="tx1"/>
          </a:solidFill>
          <a:latin typeface="+mn-lt"/>
          <a:ea typeface="+mn-ea"/>
          <a:cs typeface="+mn-cs"/>
        </a:defRPr>
      </a:lvl8pPr>
      <a:lvl9pPr marL="2986933" indent="-175702" algn="l" defTabSz="70280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3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1pPr>
      <a:lvl2pPr marL="351404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2pPr>
      <a:lvl3pPr marL="702808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3pPr>
      <a:lvl4pPr marL="1054212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4pPr>
      <a:lvl5pPr marL="1405616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5pPr>
      <a:lvl6pPr marL="1757020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6pPr>
      <a:lvl7pPr marL="2108424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7pPr>
      <a:lvl8pPr marL="2459827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8pPr>
      <a:lvl9pPr marL="2811231" algn="l" defTabSz="702808" rtl="0" eaLnBrk="1" latinLnBrk="0" hangingPunct="1">
        <a:defRPr sz="13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F7701DF-28BC-7BAD-F0E0-AF80BE3C33E2}"/>
              </a:ext>
            </a:extLst>
          </p:cNvPr>
          <p:cNvGrpSpPr/>
          <p:nvPr/>
        </p:nvGrpSpPr>
        <p:grpSpPr>
          <a:xfrm>
            <a:off x="776" y="-108392"/>
            <a:ext cx="7027087" cy="5840590"/>
            <a:chOff x="2876035" y="212043"/>
            <a:chExt cx="7026311" cy="5839946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FF9ABFB6-4808-DF83-937F-8907EBC63437}"/>
                </a:ext>
              </a:extLst>
            </p:cNvPr>
            <p:cNvSpPr/>
            <p:nvPr/>
          </p:nvSpPr>
          <p:spPr>
            <a:xfrm>
              <a:off x="2876035" y="3144504"/>
              <a:ext cx="7026311" cy="2907485"/>
            </a:xfrm>
            <a:custGeom>
              <a:avLst/>
              <a:gdLst>
                <a:gd name="connsiteX0" fmla="*/ 0 w 7026311"/>
                <a:gd name="connsiteY0" fmla="*/ 2907486 h 2907485"/>
                <a:gd name="connsiteX1" fmla="*/ 109179 w 7026311"/>
                <a:gd name="connsiteY1" fmla="*/ 2834433 h 2907485"/>
                <a:gd name="connsiteX2" fmla="*/ 234988 w 7026311"/>
                <a:gd name="connsiteY2" fmla="*/ 2746770 h 2907485"/>
                <a:gd name="connsiteX3" fmla="*/ 355827 w 7026311"/>
                <a:gd name="connsiteY3" fmla="*/ 2659107 h 2907485"/>
                <a:gd name="connsiteX4" fmla="*/ 472203 w 7026311"/>
                <a:gd name="connsiteY4" fmla="*/ 2571445 h 2907485"/>
                <a:gd name="connsiteX5" fmla="*/ 584518 w 7026311"/>
                <a:gd name="connsiteY5" fmla="*/ 2483782 h 2907485"/>
                <a:gd name="connsiteX6" fmla="*/ 710882 w 7026311"/>
                <a:gd name="connsiteY6" fmla="*/ 2381508 h 2907485"/>
                <a:gd name="connsiteX7" fmla="*/ 832680 w 7026311"/>
                <a:gd name="connsiteY7" fmla="*/ 2279235 h 2907485"/>
                <a:gd name="connsiteX8" fmla="*/ 950341 w 7026311"/>
                <a:gd name="connsiteY8" fmla="*/ 2176962 h 2907485"/>
                <a:gd name="connsiteX9" fmla="*/ 1064249 w 7026311"/>
                <a:gd name="connsiteY9" fmla="*/ 2074688 h 2907485"/>
                <a:gd name="connsiteX10" fmla="*/ 1190280 w 7026311"/>
                <a:gd name="connsiteY10" fmla="*/ 1957804 h 2907485"/>
                <a:gd name="connsiteX11" fmla="*/ 1312334 w 7026311"/>
                <a:gd name="connsiteY11" fmla="*/ 1840920 h 2907485"/>
                <a:gd name="connsiteX12" fmla="*/ 1445436 w 7026311"/>
                <a:gd name="connsiteY12" fmla="*/ 1709426 h 2907485"/>
                <a:gd name="connsiteX13" fmla="*/ 1574645 w 7026311"/>
                <a:gd name="connsiteY13" fmla="*/ 1577932 h 2907485"/>
                <a:gd name="connsiteX14" fmla="*/ 1714340 w 7026311"/>
                <a:gd name="connsiteY14" fmla="*/ 1431827 h 2907485"/>
                <a:gd name="connsiteX15" fmla="*/ 1864208 w 7026311"/>
                <a:gd name="connsiteY15" fmla="*/ 1271112 h 2907485"/>
                <a:gd name="connsiteX16" fmla="*/ 2050891 w 7026311"/>
                <a:gd name="connsiteY16" fmla="*/ 1066565 h 2907485"/>
                <a:gd name="connsiteX17" fmla="*/ 2475369 w 7026311"/>
                <a:gd name="connsiteY17" fmla="*/ 599030 h 2907485"/>
                <a:gd name="connsiteX18" fmla="*/ 2585835 w 7026311"/>
                <a:gd name="connsiteY18" fmla="*/ 482146 h 2907485"/>
                <a:gd name="connsiteX19" fmla="*/ 2671858 w 7026311"/>
                <a:gd name="connsiteY19" fmla="*/ 394483 h 2907485"/>
                <a:gd name="connsiteX20" fmla="*/ 2746770 w 7026311"/>
                <a:gd name="connsiteY20" fmla="*/ 321431 h 2907485"/>
                <a:gd name="connsiteX21" fmla="*/ 2809859 w 7026311"/>
                <a:gd name="connsiteY21" fmla="*/ 262989 h 2907485"/>
                <a:gd name="connsiteX22" fmla="*/ 2877225 w 7026311"/>
                <a:gd name="connsiteY22" fmla="*/ 204547 h 2907485"/>
                <a:gd name="connsiteX23" fmla="*/ 2932079 w 7026311"/>
                <a:gd name="connsiteY23" fmla="*/ 160715 h 2907485"/>
                <a:gd name="connsiteX24" fmla="*/ 2971755 w 7026311"/>
                <a:gd name="connsiteY24" fmla="*/ 131494 h 2907485"/>
                <a:gd name="connsiteX25" fmla="*/ 3015105 w 7026311"/>
                <a:gd name="connsiteY25" fmla="*/ 102273 h 2907485"/>
                <a:gd name="connsiteX26" fmla="*/ 3064156 w 7026311"/>
                <a:gd name="connsiteY26" fmla="*/ 73052 h 2907485"/>
                <a:gd name="connsiteX27" fmla="*/ 3092085 w 7026311"/>
                <a:gd name="connsiteY27" fmla="*/ 58442 h 2907485"/>
                <a:gd name="connsiteX28" fmla="*/ 3123716 w 7026311"/>
                <a:gd name="connsiteY28" fmla="*/ 43831 h 2907485"/>
                <a:gd name="connsiteX29" fmla="*/ 3161090 w 7026311"/>
                <a:gd name="connsiteY29" fmla="*/ 29221 h 2907485"/>
                <a:gd name="connsiteX30" fmla="*/ 3212879 w 7026311"/>
                <a:gd name="connsiteY30" fmla="*/ 14610 h 2907485"/>
                <a:gd name="connsiteX31" fmla="*/ 3374473 w 7026311"/>
                <a:gd name="connsiteY31" fmla="*/ 0 h 2907485"/>
                <a:gd name="connsiteX32" fmla="*/ 3396323 w 7026311"/>
                <a:gd name="connsiteY32" fmla="*/ 0 h 2907485"/>
                <a:gd name="connsiteX33" fmla="*/ 3607569 w 7026311"/>
                <a:gd name="connsiteY33" fmla="*/ 14610 h 2907485"/>
                <a:gd name="connsiteX34" fmla="*/ 3678126 w 7026311"/>
                <a:gd name="connsiteY34" fmla="*/ 29221 h 2907485"/>
                <a:gd name="connsiteX35" fmla="*/ 3728503 w 7026311"/>
                <a:gd name="connsiteY35" fmla="*/ 43831 h 2907485"/>
                <a:gd name="connsiteX36" fmla="*/ 3769894 w 7026311"/>
                <a:gd name="connsiteY36" fmla="*/ 58442 h 2907485"/>
                <a:gd name="connsiteX37" fmla="*/ 3805571 w 7026311"/>
                <a:gd name="connsiteY37" fmla="*/ 73052 h 2907485"/>
                <a:gd name="connsiteX38" fmla="*/ 3866209 w 7026311"/>
                <a:gd name="connsiteY38" fmla="*/ 102273 h 2907485"/>
                <a:gd name="connsiteX39" fmla="*/ 3917662 w 7026311"/>
                <a:gd name="connsiteY39" fmla="*/ 131494 h 2907485"/>
                <a:gd name="connsiteX40" fmla="*/ 3963091 w 7026311"/>
                <a:gd name="connsiteY40" fmla="*/ 160715 h 2907485"/>
                <a:gd name="connsiteX41" fmla="*/ 4004118 w 7026311"/>
                <a:gd name="connsiteY41" fmla="*/ 189936 h 2907485"/>
                <a:gd name="connsiteX42" fmla="*/ 4059835 w 7026311"/>
                <a:gd name="connsiteY42" fmla="*/ 233768 h 2907485"/>
                <a:gd name="connsiteX43" fmla="*/ 4110210 w 7026311"/>
                <a:gd name="connsiteY43" fmla="*/ 277599 h 2907485"/>
                <a:gd name="connsiteX44" fmla="*/ 4156502 w 7026311"/>
                <a:gd name="connsiteY44" fmla="*/ 321431 h 2907485"/>
                <a:gd name="connsiteX45" fmla="*/ 4213429 w 7026311"/>
                <a:gd name="connsiteY45" fmla="*/ 379873 h 2907485"/>
                <a:gd name="connsiteX46" fmla="*/ 4266242 w 7026311"/>
                <a:gd name="connsiteY46" fmla="*/ 438314 h 2907485"/>
                <a:gd name="connsiteX47" fmla="*/ 4327993 w 7026311"/>
                <a:gd name="connsiteY47" fmla="*/ 511367 h 2907485"/>
                <a:gd name="connsiteX48" fmla="*/ 4386224 w 7026311"/>
                <a:gd name="connsiteY48" fmla="*/ 584419 h 2907485"/>
                <a:gd name="connsiteX49" fmla="*/ 4452738 w 7026311"/>
                <a:gd name="connsiteY49" fmla="*/ 672082 h 2907485"/>
                <a:gd name="connsiteX50" fmla="*/ 4537572 w 7026311"/>
                <a:gd name="connsiteY50" fmla="*/ 788966 h 2907485"/>
                <a:gd name="connsiteX51" fmla="*/ 4650329 w 7026311"/>
                <a:gd name="connsiteY51" fmla="*/ 949681 h 2907485"/>
                <a:gd name="connsiteX52" fmla="*/ 4854708 w 7026311"/>
                <a:gd name="connsiteY52" fmla="*/ 1241891 h 2907485"/>
                <a:gd name="connsiteX53" fmla="*/ 4950335 w 7026311"/>
                <a:gd name="connsiteY53" fmla="*/ 1373385 h 2907485"/>
                <a:gd name="connsiteX54" fmla="*/ 5027733 w 7026311"/>
                <a:gd name="connsiteY54" fmla="*/ 1475659 h 2907485"/>
                <a:gd name="connsiteX55" fmla="*/ 5108612 w 7026311"/>
                <a:gd name="connsiteY55" fmla="*/ 1577932 h 2907485"/>
                <a:gd name="connsiteX56" fmla="*/ 5181321 w 7026311"/>
                <a:gd name="connsiteY56" fmla="*/ 1665595 h 2907485"/>
                <a:gd name="connsiteX57" fmla="*/ 5257725 w 7026311"/>
                <a:gd name="connsiteY57" fmla="*/ 1753258 h 2907485"/>
                <a:gd name="connsiteX58" fmla="*/ 5324645 w 7026311"/>
                <a:gd name="connsiteY58" fmla="*/ 1826310 h 2907485"/>
                <a:gd name="connsiteX59" fmla="*/ 5394922 w 7026311"/>
                <a:gd name="connsiteY59" fmla="*/ 1899362 h 2907485"/>
                <a:gd name="connsiteX60" fmla="*/ 5468971 w 7026311"/>
                <a:gd name="connsiteY60" fmla="*/ 1972415 h 2907485"/>
                <a:gd name="connsiteX61" fmla="*/ 5547255 w 7026311"/>
                <a:gd name="connsiteY61" fmla="*/ 2045467 h 2907485"/>
                <a:gd name="connsiteX62" fmla="*/ 5613271 w 7026311"/>
                <a:gd name="connsiteY62" fmla="*/ 2103909 h 2907485"/>
                <a:gd name="connsiteX63" fmla="*/ 5682606 w 7026311"/>
                <a:gd name="connsiteY63" fmla="*/ 2162351 h 2907485"/>
                <a:gd name="connsiteX64" fmla="*/ 5755564 w 7026311"/>
                <a:gd name="connsiteY64" fmla="*/ 2220793 h 2907485"/>
                <a:gd name="connsiteX65" fmla="*/ 5832475 w 7026311"/>
                <a:gd name="connsiteY65" fmla="*/ 2279235 h 2907485"/>
                <a:gd name="connsiteX66" fmla="*/ 5913691 w 7026311"/>
                <a:gd name="connsiteY66" fmla="*/ 2337677 h 2907485"/>
                <a:gd name="connsiteX67" fmla="*/ 5999593 w 7026311"/>
                <a:gd name="connsiteY67" fmla="*/ 2396119 h 2907485"/>
                <a:gd name="connsiteX68" fmla="*/ 6090594 w 7026311"/>
                <a:gd name="connsiteY68" fmla="*/ 2454561 h 2907485"/>
                <a:gd name="connsiteX69" fmla="*/ 6187137 w 7026311"/>
                <a:gd name="connsiteY69" fmla="*/ 2513003 h 2907485"/>
                <a:gd name="connsiteX70" fmla="*/ 6289708 w 7026311"/>
                <a:gd name="connsiteY70" fmla="*/ 2571445 h 2907485"/>
                <a:gd name="connsiteX71" fmla="*/ 6398835 w 7026311"/>
                <a:gd name="connsiteY71" fmla="*/ 2629886 h 2907485"/>
                <a:gd name="connsiteX72" fmla="*/ 6515095 w 7026311"/>
                <a:gd name="connsiteY72" fmla="*/ 2688328 h 2907485"/>
                <a:gd name="connsiteX73" fmla="*/ 6639126 w 7026311"/>
                <a:gd name="connsiteY73" fmla="*/ 2746770 h 2907485"/>
                <a:gd name="connsiteX74" fmla="*/ 6737668 w 7026311"/>
                <a:gd name="connsiteY74" fmla="*/ 2790602 h 2907485"/>
                <a:gd name="connsiteX75" fmla="*/ 6841300 w 7026311"/>
                <a:gd name="connsiteY75" fmla="*/ 2834433 h 2907485"/>
                <a:gd name="connsiteX76" fmla="*/ 6950378 w 7026311"/>
                <a:gd name="connsiteY76" fmla="*/ 2878265 h 2907485"/>
                <a:gd name="connsiteX77" fmla="*/ 7026311 w 7026311"/>
                <a:gd name="connsiteY77" fmla="*/ 2907486 h 2907485"/>
                <a:gd name="connsiteX78" fmla="*/ 7026311 w 7026311"/>
                <a:gd name="connsiteY78" fmla="*/ 2907486 h 290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7026311" h="2907485">
                  <a:moveTo>
                    <a:pt x="0" y="2907486"/>
                  </a:moveTo>
                  <a:lnTo>
                    <a:pt x="109179" y="2834433"/>
                  </a:lnTo>
                  <a:lnTo>
                    <a:pt x="234988" y="2746770"/>
                  </a:lnTo>
                  <a:lnTo>
                    <a:pt x="355827" y="2659107"/>
                  </a:lnTo>
                  <a:lnTo>
                    <a:pt x="472203" y="2571445"/>
                  </a:lnTo>
                  <a:lnTo>
                    <a:pt x="584518" y="2483782"/>
                  </a:lnTo>
                  <a:lnTo>
                    <a:pt x="710882" y="2381508"/>
                  </a:lnTo>
                  <a:lnTo>
                    <a:pt x="832680" y="2279235"/>
                  </a:lnTo>
                  <a:lnTo>
                    <a:pt x="950341" y="2176962"/>
                  </a:lnTo>
                  <a:lnTo>
                    <a:pt x="1064249" y="2074688"/>
                  </a:lnTo>
                  <a:lnTo>
                    <a:pt x="1190280" y="1957804"/>
                  </a:lnTo>
                  <a:lnTo>
                    <a:pt x="1312334" y="1840920"/>
                  </a:lnTo>
                  <a:lnTo>
                    <a:pt x="1445436" y="1709426"/>
                  </a:lnTo>
                  <a:lnTo>
                    <a:pt x="1574645" y="1577932"/>
                  </a:lnTo>
                  <a:lnTo>
                    <a:pt x="1714340" y="1431827"/>
                  </a:lnTo>
                  <a:lnTo>
                    <a:pt x="1864208" y="1271112"/>
                  </a:lnTo>
                  <a:lnTo>
                    <a:pt x="2050891" y="1066565"/>
                  </a:lnTo>
                  <a:lnTo>
                    <a:pt x="2475369" y="599030"/>
                  </a:lnTo>
                  <a:lnTo>
                    <a:pt x="2585835" y="482146"/>
                  </a:lnTo>
                  <a:lnTo>
                    <a:pt x="2671858" y="394483"/>
                  </a:lnTo>
                  <a:lnTo>
                    <a:pt x="2746770" y="321431"/>
                  </a:lnTo>
                  <a:lnTo>
                    <a:pt x="2809859" y="262989"/>
                  </a:lnTo>
                  <a:lnTo>
                    <a:pt x="2877225" y="204547"/>
                  </a:lnTo>
                  <a:lnTo>
                    <a:pt x="2932079" y="160715"/>
                  </a:lnTo>
                  <a:lnTo>
                    <a:pt x="2971755" y="131494"/>
                  </a:lnTo>
                  <a:lnTo>
                    <a:pt x="3015105" y="102273"/>
                  </a:lnTo>
                  <a:lnTo>
                    <a:pt x="3064156" y="73052"/>
                  </a:lnTo>
                  <a:lnTo>
                    <a:pt x="3092085" y="58442"/>
                  </a:lnTo>
                  <a:lnTo>
                    <a:pt x="3123716" y="43831"/>
                  </a:lnTo>
                  <a:lnTo>
                    <a:pt x="3161090" y="29221"/>
                  </a:lnTo>
                  <a:lnTo>
                    <a:pt x="3212879" y="14610"/>
                  </a:lnTo>
                  <a:lnTo>
                    <a:pt x="3374473" y="0"/>
                  </a:lnTo>
                  <a:lnTo>
                    <a:pt x="3396323" y="0"/>
                  </a:lnTo>
                  <a:lnTo>
                    <a:pt x="3607569" y="14610"/>
                  </a:lnTo>
                  <a:lnTo>
                    <a:pt x="3678126" y="29221"/>
                  </a:lnTo>
                  <a:lnTo>
                    <a:pt x="3728503" y="43831"/>
                  </a:lnTo>
                  <a:lnTo>
                    <a:pt x="3769894" y="58442"/>
                  </a:lnTo>
                  <a:lnTo>
                    <a:pt x="3805571" y="73052"/>
                  </a:lnTo>
                  <a:lnTo>
                    <a:pt x="3866209" y="102273"/>
                  </a:lnTo>
                  <a:lnTo>
                    <a:pt x="3917662" y="131494"/>
                  </a:lnTo>
                  <a:lnTo>
                    <a:pt x="3963091" y="160715"/>
                  </a:lnTo>
                  <a:lnTo>
                    <a:pt x="4004118" y="189936"/>
                  </a:lnTo>
                  <a:lnTo>
                    <a:pt x="4059835" y="233768"/>
                  </a:lnTo>
                  <a:lnTo>
                    <a:pt x="4110210" y="277599"/>
                  </a:lnTo>
                  <a:lnTo>
                    <a:pt x="4156502" y="321431"/>
                  </a:lnTo>
                  <a:lnTo>
                    <a:pt x="4213429" y="379873"/>
                  </a:lnTo>
                  <a:lnTo>
                    <a:pt x="4266242" y="438314"/>
                  </a:lnTo>
                  <a:lnTo>
                    <a:pt x="4327993" y="511367"/>
                  </a:lnTo>
                  <a:lnTo>
                    <a:pt x="4386224" y="584419"/>
                  </a:lnTo>
                  <a:lnTo>
                    <a:pt x="4452738" y="672082"/>
                  </a:lnTo>
                  <a:lnTo>
                    <a:pt x="4537572" y="788966"/>
                  </a:lnTo>
                  <a:lnTo>
                    <a:pt x="4650329" y="949681"/>
                  </a:lnTo>
                  <a:lnTo>
                    <a:pt x="4854708" y="1241891"/>
                  </a:lnTo>
                  <a:lnTo>
                    <a:pt x="4950335" y="1373385"/>
                  </a:lnTo>
                  <a:lnTo>
                    <a:pt x="5027733" y="1475659"/>
                  </a:lnTo>
                  <a:lnTo>
                    <a:pt x="5108612" y="1577932"/>
                  </a:lnTo>
                  <a:lnTo>
                    <a:pt x="5181321" y="1665595"/>
                  </a:lnTo>
                  <a:lnTo>
                    <a:pt x="5257725" y="1753258"/>
                  </a:lnTo>
                  <a:lnTo>
                    <a:pt x="5324645" y="1826310"/>
                  </a:lnTo>
                  <a:lnTo>
                    <a:pt x="5394922" y="1899362"/>
                  </a:lnTo>
                  <a:lnTo>
                    <a:pt x="5468971" y="1972415"/>
                  </a:lnTo>
                  <a:lnTo>
                    <a:pt x="5547255" y="2045467"/>
                  </a:lnTo>
                  <a:lnTo>
                    <a:pt x="5613271" y="2103909"/>
                  </a:lnTo>
                  <a:lnTo>
                    <a:pt x="5682606" y="2162351"/>
                  </a:lnTo>
                  <a:lnTo>
                    <a:pt x="5755564" y="2220793"/>
                  </a:lnTo>
                  <a:lnTo>
                    <a:pt x="5832475" y="2279235"/>
                  </a:lnTo>
                  <a:lnTo>
                    <a:pt x="5913691" y="2337677"/>
                  </a:lnTo>
                  <a:lnTo>
                    <a:pt x="5999593" y="2396119"/>
                  </a:lnTo>
                  <a:lnTo>
                    <a:pt x="6090594" y="2454561"/>
                  </a:lnTo>
                  <a:lnTo>
                    <a:pt x="6187137" y="2513003"/>
                  </a:lnTo>
                  <a:lnTo>
                    <a:pt x="6289708" y="2571445"/>
                  </a:lnTo>
                  <a:lnTo>
                    <a:pt x="6398835" y="2629886"/>
                  </a:lnTo>
                  <a:lnTo>
                    <a:pt x="6515095" y="2688328"/>
                  </a:lnTo>
                  <a:lnTo>
                    <a:pt x="6639126" y="2746770"/>
                  </a:lnTo>
                  <a:lnTo>
                    <a:pt x="6737668" y="2790602"/>
                  </a:lnTo>
                  <a:lnTo>
                    <a:pt x="6841300" y="2834433"/>
                  </a:lnTo>
                  <a:lnTo>
                    <a:pt x="6950378" y="2878265"/>
                  </a:lnTo>
                  <a:lnTo>
                    <a:pt x="7026311" y="2907486"/>
                  </a:lnTo>
                  <a:lnTo>
                    <a:pt x="7026311" y="2907486"/>
                  </a:lnTo>
                </a:path>
              </a:pathLst>
            </a:custGeom>
            <a:noFill/>
            <a:ln w="44450" cap="rnd">
              <a:solidFill>
                <a:schemeClr val="tx1">
                  <a:lumMod val="50000"/>
                  <a:lumOff val="50000"/>
                </a:schemeClr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97CEF1A7-B6F8-F9EE-F76B-740280F1C1C5}"/>
                </a:ext>
              </a:extLst>
            </p:cNvPr>
            <p:cNvSpPr/>
            <p:nvPr/>
          </p:nvSpPr>
          <p:spPr>
            <a:xfrm>
              <a:off x="3701336" y="609318"/>
              <a:ext cx="5195682" cy="4820721"/>
            </a:xfrm>
            <a:custGeom>
              <a:avLst/>
              <a:gdLst>
                <a:gd name="connsiteX0" fmla="*/ 0 w 5195682"/>
                <a:gd name="connsiteY0" fmla="*/ 4820721 h 4820720"/>
                <a:gd name="connsiteX1" fmla="*/ 0 w 5195682"/>
                <a:gd name="connsiteY1" fmla="*/ 4819663 h 4820720"/>
                <a:gd name="connsiteX2" fmla="*/ 0 w 5195682"/>
                <a:gd name="connsiteY2" fmla="*/ 4819663 h 4820720"/>
                <a:gd name="connsiteX3" fmla="*/ 112170 w 5195682"/>
                <a:gd name="connsiteY3" fmla="*/ 4722296 h 4820720"/>
                <a:gd name="connsiteX4" fmla="*/ 220919 w 5195682"/>
                <a:gd name="connsiteY4" fmla="*/ 4624929 h 4820720"/>
                <a:gd name="connsiteX5" fmla="*/ 326553 w 5195682"/>
                <a:gd name="connsiteY5" fmla="*/ 4527562 h 4820720"/>
                <a:gd name="connsiteX6" fmla="*/ 429354 w 5195682"/>
                <a:gd name="connsiteY6" fmla="*/ 4430195 h 4820720"/>
                <a:gd name="connsiteX7" fmla="*/ 578825 w 5195682"/>
                <a:gd name="connsiteY7" fmla="*/ 4284145 h 4820720"/>
                <a:gd name="connsiteX8" fmla="*/ 723385 w 5195682"/>
                <a:gd name="connsiteY8" fmla="*/ 4138094 h 4820720"/>
                <a:gd name="connsiteX9" fmla="*/ 863889 w 5195682"/>
                <a:gd name="connsiteY9" fmla="*/ 3992044 h 4820720"/>
                <a:gd name="connsiteX10" fmla="*/ 1046483 w 5195682"/>
                <a:gd name="connsiteY10" fmla="*/ 3797310 h 4820720"/>
                <a:gd name="connsiteX11" fmla="*/ 1091531 w 5195682"/>
                <a:gd name="connsiteY11" fmla="*/ 3748626 h 4820720"/>
                <a:gd name="connsiteX12" fmla="*/ 3976786 w 5195682"/>
                <a:gd name="connsiteY12" fmla="*/ 3699943 h 4820720"/>
                <a:gd name="connsiteX13" fmla="*/ 4008162 w 5195682"/>
                <a:gd name="connsiteY13" fmla="*/ 3651259 h 4820720"/>
                <a:gd name="connsiteX14" fmla="*/ 4037322 w 5195682"/>
                <a:gd name="connsiteY14" fmla="*/ 3602576 h 4820720"/>
                <a:gd name="connsiteX15" fmla="*/ 4091178 w 5195682"/>
                <a:gd name="connsiteY15" fmla="*/ 3505209 h 4820720"/>
                <a:gd name="connsiteX16" fmla="*/ 4140783 w 5195682"/>
                <a:gd name="connsiteY16" fmla="*/ 3407842 h 4820720"/>
                <a:gd name="connsiteX17" fmla="*/ 4187189 w 5195682"/>
                <a:gd name="connsiteY17" fmla="*/ 3310475 h 4820720"/>
                <a:gd name="connsiteX18" fmla="*/ 4231030 w 5195682"/>
                <a:gd name="connsiteY18" fmla="*/ 3213108 h 4820720"/>
                <a:gd name="connsiteX19" fmla="*/ 4292917 w 5195682"/>
                <a:gd name="connsiteY19" fmla="*/ 3067058 h 4820720"/>
                <a:gd name="connsiteX20" fmla="*/ 4351071 w 5195682"/>
                <a:gd name="connsiteY20" fmla="*/ 2921007 h 4820720"/>
                <a:gd name="connsiteX21" fmla="*/ 4406226 w 5195682"/>
                <a:gd name="connsiteY21" fmla="*/ 2774957 h 4820720"/>
                <a:gd name="connsiteX22" fmla="*/ 4458908 w 5195682"/>
                <a:gd name="connsiteY22" fmla="*/ 2628907 h 4820720"/>
                <a:gd name="connsiteX23" fmla="*/ 4525952 w 5195682"/>
                <a:gd name="connsiteY23" fmla="*/ 2434173 h 4820720"/>
                <a:gd name="connsiteX24" fmla="*/ 4589932 w 5195682"/>
                <a:gd name="connsiteY24" fmla="*/ 2239439 h 4820720"/>
                <a:gd name="connsiteX25" fmla="*/ 4651317 w 5195682"/>
                <a:gd name="connsiteY25" fmla="*/ 2044705 h 4820720"/>
                <a:gd name="connsiteX26" fmla="*/ 4724923 w 5195682"/>
                <a:gd name="connsiteY26" fmla="*/ 1801288 h 4820720"/>
                <a:gd name="connsiteX27" fmla="*/ 4795521 w 5195682"/>
                <a:gd name="connsiteY27" fmla="*/ 1557871 h 4820720"/>
                <a:gd name="connsiteX28" fmla="*/ 4863496 w 5195682"/>
                <a:gd name="connsiteY28" fmla="*/ 1314453 h 4820720"/>
                <a:gd name="connsiteX29" fmla="*/ 4942018 w 5195682"/>
                <a:gd name="connsiteY29" fmla="*/ 1022353 h 4820720"/>
                <a:gd name="connsiteX30" fmla="*/ 5017600 w 5195682"/>
                <a:gd name="connsiteY30" fmla="*/ 730252 h 4820720"/>
                <a:gd name="connsiteX31" fmla="*/ 5090567 w 5195682"/>
                <a:gd name="connsiteY31" fmla="*/ 438151 h 4820720"/>
                <a:gd name="connsiteX32" fmla="*/ 5172741 w 5195682"/>
                <a:gd name="connsiteY32" fmla="*/ 97367 h 4820720"/>
                <a:gd name="connsiteX33" fmla="*/ 5195682 w 5195682"/>
                <a:gd name="connsiteY33" fmla="*/ 0 h 4820720"/>
                <a:gd name="connsiteX34" fmla="*/ 5195682 w 5195682"/>
                <a:gd name="connsiteY34" fmla="*/ 4473821 h 4820720"/>
                <a:gd name="connsiteX35" fmla="*/ 5195682 w 5195682"/>
                <a:gd name="connsiteY35" fmla="*/ 4473821 h 4820720"/>
                <a:gd name="connsiteX36" fmla="*/ 5143201 w 5195682"/>
                <a:gd name="connsiteY36" fmla="*/ 4580175 h 4820720"/>
                <a:gd name="connsiteX37" fmla="*/ 5090719 w 5195682"/>
                <a:gd name="connsiteY37" fmla="*/ 4682353 h 4820720"/>
                <a:gd name="connsiteX38" fmla="*/ 5038238 w 5195682"/>
                <a:gd name="connsiteY38" fmla="*/ 4780180 h 4820720"/>
                <a:gd name="connsiteX39" fmla="*/ 4985756 w 5195682"/>
                <a:gd name="connsiteY39" fmla="*/ 4820721 h 4820720"/>
                <a:gd name="connsiteX40" fmla="*/ 0 w 5195682"/>
                <a:gd name="connsiteY40" fmla="*/ 4820721 h 4820720"/>
                <a:gd name="connsiteX41" fmla="*/ 0 w 5195682"/>
                <a:gd name="connsiteY41" fmla="*/ 4820721 h 4820720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3976786 w 5195682"/>
                <a:gd name="connsiteY12" fmla="*/ 3699943 h 4820721"/>
                <a:gd name="connsiteX13" fmla="*/ 4008162 w 5195682"/>
                <a:gd name="connsiteY13" fmla="*/ 3651259 h 4820721"/>
                <a:gd name="connsiteX14" fmla="*/ 4037322 w 5195682"/>
                <a:gd name="connsiteY14" fmla="*/ 3602576 h 4820721"/>
                <a:gd name="connsiteX15" fmla="*/ 4091178 w 5195682"/>
                <a:gd name="connsiteY15" fmla="*/ 3505209 h 4820721"/>
                <a:gd name="connsiteX16" fmla="*/ 4140783 w 5195682"/>
                <a:gd name="connsiteY16" fmla="*/ 3407842 h 4820721"/>
                <a:gd name="connsiteX17" fmla="*/ 4187189 w 5195682"/>
                <a:gd name="connsiteY17" fmla="*/ 3310475 h 4820721"/>
                <a:gd name="connsiteX18" fmla="*/ 4231030 w 5195682"/>
                <a:gd name="connsiteY18" fmla="*/ 3213108 h 4820721"/>
                <a:gd name="connsiteX19" fmla="*/ 4292917 w 5195682"/>
                <a:gd name="connsiteY19" fmla="*/ 3067058 h 4820721"/>
                <a:gd name="connsiteX20" fmla="*/ 4351071 w 5195682"/>
                <a:gd name="connsiteY20" fmla="*/ 2921007 h 4820721"/>
                <a:gd name="connsiteX21" fmla="*/ 4406226 w 5195682"/>
                <a:gd name="connsiteY21" fmla="*/ 2774957 h 4820721"/>
                <a:gd name="connsiteX22" fmla="*/ 4458908 w 5195682"/>
                <a:gd name="connsiteY22" fmla="*/ 2628907 h 4820721"/>
                <a:gd name="connsiteX23" fmla="*/ 4525952 w 5195682"/>
                <a:gd name="connsiteY23" fmla="*/ 2434173 h 4820721"/>
                <a:gd name="connsiteX24" fmla="*/ 4589932 w 5195682"/>
                <a:gd name="connsiteY24" fmla="*/ 2239439 h 4820721"/>
                <a:gd name="connsiteX25" fmla="*/ 4651317 w 5195682"/>
                <a:gd name="connsiteY25" fmla="*/ 2044705 h 4820721"/>
                <a:gd name="connsiteX26" fmla="*/ 4724923 w 5195682"/>
                <a:gd name="connsiteY26" fmla="*/ 1801288 h 4820721"/>
                <a:gd name="connsiteX27" fmla="*/ 4795521 w 5195682"/>
                <a:gd name="connsiteY27" fmla="*/ 1557871 h 4820721"/>
                <a:gd name="connsiteX28" fmla="*/ 4863496 w 5195682"/>
                <a:gd name="connsiteY28" fmla="*/ 1314453 h 4820721"/>
                <a:gd name="connsiteX29" fmla="*/ 4942018 w 5195682"/>
                <a:gd name="connsiteY29" fmla="*/ 1022353 h 4820721"/>
                <a:gd name="connsiteX30" fmla="*/ 5017600 w 5195682"/>
                <a:gd name="connsiteY30" fmla="*/ 730252 h 4820721"/>
                <a:gd name="connsiteX31" fmla="*/ 5090567 w 5195682"/>
                <a:gd name="connsiteY31" fmla="*/ 438151 h 4820721"/>
                <a:gd name="connsiteX32" fmla="*/ 5172741 w 5195682"/>
                <a:gd name="connsiteY32" fmla="*/ 97367 h 4820721"/>
                <a:gd name="connsiteX33" fmla="*/ 5195682 w 5195682"/>
                <a:gd name="connsiteY33" fmla="*/ 0 h 4820721"/>
                <a:gd name="connsiteX34" fmla="*/ 5195682 w 5195682"/>
                <a:gd name="connsiteY34" fmla="*/ 4473821 h 4820721"/>
                <a:gd name="connsiteX35" fmla="*/ 5195682 w 5195682"/>
                <a:gd name="connsiteY35" fmla="*/ 4473821 h 4820721"/>
                <a:gd name="connsiteX36" fmla="*/ 5143201 w 5195682"/>
                <a:gd name="connsiteY36" fmla="*/ 4580175 h 4820721"/>
                <a:gd name="connsiteX37" fmla="*/ 5090719 w 5195682"/>
                <a:gd name="connsiteY37" fmla="*/ 4682353 h 4820721"/>
                <a:gd name="connsiteX38" fmla="*/ 5038238 w 5195682"/>
                <a:gd name="connsiteY38" fmla="*/ 4780180 h 4820721"/>
                <a:gd name="connsiteX39" fmla="*/ 4985756 w 5195682"/>
                <a:gd name="connsiteY39" fmla="*/ 4820721 h 4820721"/>
                <a:gd name="connsiteX40" fmla="*/ 0 w 5195682"/>
                <a:gd name="connsiteY40" fmla="*/ 4820721 h 4820721"/>
                <a:gd name="connsiteX41" fmla="*/ 0 w 5195682"/>
                <a:gd name="connsiteY41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56414 w 5195682"/>
                <a:gd name="connsiteY12" fmla="*/ 3748370 h 4820721"/>
                <a:gd name="connsiteX13" fmla="*/ 3976786 w 5195682"/>
                <a:gd name="connsiteY13" fmla="*/ 3699943 h 4820721"/>
                <a:gd name="connsiteX14" fmla="*/ 4008162 w 5195682"/>
                <a:gd name="connsiteY14" fmla="*/ 3651259 h 4820721"/>
                <a:gd name="connsiteX15" fmla="*/ 4037322 w 5195682"/>
                <a:gd name="connsiteY15" fmla="*/ 3602576 h 4820721"/>
                <a:gd name="connsiteX16" fmla="*/ 4091178 w 5195682"/>
                <a:gd name="connsiteY16" fmla="*/ 3505209 h 4820721"/>
                <a:gd name="connsiteX17" fmla="*/ 4140783 w 5195682"/>
                <a:gd name="connsiteY17" fmla="*/ 3407842 h 4820721"/>
                <a:gd name="connsiteX18" fmla="*/ 4187189 w 5195682"/>
                <a:gd name="connsiteY18" fmla="*/ 3310475 h 4820721"/>
                <a:gd name="connsiteX19" fmla="*/ 4231030 w 5195682"/>
                <a:gd name="connsiteY19" fmla="*/ 3213108 h 4820721"/>
                <a:gd name="connsiteX20" fmla="*/ 4292917 w 5195682"/>
                <a:gd name="connsiteY20" fmla="*/ 3067058 h 4820721"/>
                <a:gd name="connsiteX21" fmla="*/ 4351071 w 5195682"/>
                <a:gd name="connsiteY21" fmla="*/ 2921007 h 4820721"/>
                <a:gd name="connsiteX22" fmla="*/ 4406226 w 5195682"/>
                <a:gd name="connsiteY22" fmla="*/ 2774957 h 4820721"/>
                <a:gd name="connsiteX23" fmla="*/ 4458908 w 5195682"/>
                <a:gd name="connsiteY23" fmla="*/ 2628907 h 4820721"/>
                <a:gd name="connsiteX24" fmla="*/ 4525952 w 5195682"/>
                <a:gd name="connsiteY24" fmla="*/ 2434173 h 4820721"/>
                <a:gd name="connsiteX25" fmla="*/ 4589932 w 5195682"/>
                <a:gd name="connsiteY25" fmla="*/ 2239439 h 4820721"/>
                <a:gd name="connsiteX26" fmla="*/ 4651317 w 5195682"/>
                <a:gd name="connsiteY26" fmla="*/ 2044705 h 4820721"/>
                <a:gd name="connsiteX27" fmla="*/ 4724923 w 5195682"/>
                <a:gd name="connsiteY27" fmla="*/ 1801288 h 4820721"/>
                <a:gd name="connsiteX28" fmla="*/ 4795521 w 5195682"/>
                <a:gd name="connsiteY28" fmla="*/ 1557871 h 4820721"/>
                <a:gd name="connsiteX29" fmla="*/ 4863496 w 5195682"/>
                <a:gd name="connsiteY29" fmla="*/ 1314453 h 4820721"/>
                <a:gd name="connsiteX30" fmla="*/ 4942018 w 5195682"/>
                <a:gd name="connsiteY30" fmla="*/ 1022353 h 4820721"/>
                <a:gd name="connsiteX31" fmla="*/ 5017600 w 5195682"/>
                <a:gd name="connsiteY31" fmla="*/ 730252 h 4820721"/>
                <a:gd name="connsiteX32" fmla="*/ 5090567 w 5195682"/>
                <a:gd name="connsiteY32" fmla="*/ 438151 h 4820721"/>
                <a:gd name="connsiteX33" fmla="*/ 5172741 w 5195682"/>
                <a:gd name="connsiteY33" fmla="*/ 97367 h 4820721"/>
                <a:gd name="connsiteX34" fmla="*/ 5195682 w 5195682"/>
                <a:gd name="connsiteY34" fmla="*/ 0 h 4820721"/>
                <a:gd name="connsiteX35" fmla="*/ 5195682 w 5195682"/>
                <a:gd name="connsiteY35" fmla="*/ 4473821 h 4820721"/>
                <a:gd name="connsiteX36" fmla="*/ 5195682 w 5195682"/>
                <a:gd name="connsiteY36" fmla="*/ 4473821 h 4820721"/>
                <a:gd name="connsiteX37" fmla="*/ 5143201 w 5195682"/>
                <a:gd name="connsiteY37" fmla="*/ 4580175 h 4820721"/>
                <a:gd name="connsiteX38" fmla="*/ 5090719 w 5195682"/>
                <a:gd name="connsiteY38" fmla="*/ 4682353 h 4820721"/>
                <a:gd name="connsiteX39" fmla="*/ 5038238 w 5195682"/>
                <a:gd name="connsiteY39" fmla="*/ 4780180 h 4820721"/>
                <a:gd name="connsiteX40" fmla="*/ 4985756 w 5195682"/>
                <a:gd name="connsiteY40" fmla="*/ 4820721 h 4820721"/>
                <a:gd name="connsiteX41" fmla="*/ 0 w 5195682"/>
                <a:gd name="connsiteY41" fmla="*/ 4820721 h 4820721"/>
                <a:gd name="connsiteX42" fmla="*/ 0 w 5195682"/>
                <a:gd name="connsiteY42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13552 w 5195682"/>
                <a:gd name="connsiteY12" fmla="*/ 3721383 h 4820721"/>
                <a:gd name="connsiteX13" fmla="*/ 3976786 w 5195682"/>
                <a:gd name="connsiteY13" fmla="*/ 3699943 h 4820721"/>
                <a:gd name="connsiteX14" fmla="*/ 4008162 w 5195682"/>
                <a:gd name="connsiteY14" fmla="*/ 3651259 h 4820721"/>
                <a:gd name="connsiteX15" fmla="*/ 4037322 w 5195682"/>
                <a:gd name="connsiteY15" fmla="*/ 3602576 h 4820721"/>
                <a:gd name="connsiteX16" fmla="*/ 4091178 w 5195682"/>
                <a:gd name="connsiteY16" fmla="*/ 3505209 h 4820721"/>
                <a:gd name="connsiteX17" fmla="*/ 4140783 w 5195682"/>
                <a:gd name="connsiteY17" fmla="*/ 3407842 h 4820721"/>
                <a:gd name="connsiteX18" fmla="*/ 4187189 w 5195682"/>
                <a:gd name="connsiteY18" fmla="*/ 3310475 h 4820721"/>
                <a:gd name="connsiteX19" fmla="*/ 4231030 w 5195682"/>
                <a:gd name="connsiteY19" fmla="*/ 3213108 h 4820721"/>
                <a:gd name="connsiteX20" fmla="*/ 4292917 w 5195682"/>
                <a:gd name="connsiteY20" fmla="*/ 3067058 h 4820721"/>
                <a:gd name="connsiteX21" fmla="*/ 4351071 w 5195682"/>
                <a:gd name="connsiteY21" fmla="*/ 2921007 h 4820721"/>
                <a:gd name="connsiteX22" fmla="*/ 4406226 w 5195682"/>
                <a:gd name="connsiteY22" fmla="*/ 2774957 h 4820721"/>
                <a:gd name="connsiteX23" fmla="*/ 4458908 w 5195682"/>
                <a:gd name="connsiteY23" fmla="*/ 2628907 h 4820721"/>
                <a:gd name="connsiteX24" fmla="*/ 4525952 w 5195682"/>
                <a:gd name="connsiteY24" fmla="*/ 2434173 h 4820721"/>
                <a:gd name="connsiteX25" fmla="*/ 4589932 w 5195682"/>
                <a:gd name="connsiteY25" fmla="*/ 2239439 h 4820721"/>
                <a:gd name="connsiteX26" fmla="*/ 4651317 w 5195682"/>
                <a:gd name="connsiteY26" fmla="*/ 2044705 h 4820721"/>
                <a:gd name="connsiteX27" fmla="*/ 4724923 w 5195682"/>
                <a:gd name="connsiteY27" fmla="*/ 1801288 h 4820721"/>
                <a:gd name="connsiteX28" fmla="*/ 4795521 w 5195682"/>
                <a:gd name="connsiteY28" fmla="*/ 1557871 h 4820721"/>
                <a:gd name="connsiteX29" fmla="*/ 4863496 w 5195682"/>
                <a:gd name="connsiteY29" fmla="*/ 1314453 h 4820721"/>
                <a:gd name="connsiteX30" fmla="*/ 4942018 w 5195682"/>
                <a:gd name="connsiteY30" fmla="*/ 1022353 h 4820721"/>
                <a:gd name="connsiteX31" fmla="*/ 5017600 w 5195682"/>
                <a:gd name="connsiteY31" fmla="*/ 730252 h 4820721"/>
                <a:gd name="connsiteX32" fmla="*/ 5090567 w 5195682"/>
                <a:gd name="connsiteY32" fmla="*/ 438151 h 4820721"/>
                <a:gd name="connsiteX33" fmla="*/ 5172741 w 5195682"/>
                <a:gd name="connsiteY33" fmla="*/ 97367 h 4820721"/>
                <a:gd name="connsiteX34" fmla="*/ 5195682 w 5195682"/>
                <a:gd name="connsiteY34" fmla="*/ 0 h 4820721"/>
                <a:gd name="connsiteX35" fmla="*/ 5195682 w 5195682"/>
                <a:gd name="connsiteY35" fmla="*/ 4473821 h 4820721"/>
                <a:gd name="connsiteX36" fmla="*/ 5195682 w 5195682"/>
                <a:gd name="connsiteY36" fmla="*/ 4473821 h 4820721"/>
                <a:gd name="connsiteX37" fmla="*/ 5143201 w 5195682"/>
                <a:gd name="connsiteY37" fmla="*/ 4580175 h 4820721"/>
                <a:gd name="connsiteX38" fmla="*/ 5090719 w 5195682"/>
                <a:gd name="connsiteY38" fmla="*/ 4682353 h 4820721"/>
                <a:gd name="connsiteX39" fmla="*/ 5038238 w 5195682"/>
                <a:gd name="connsiteY39" fmla="*/ 4780180 h 4820721"/>
                <a:gd name="connsiteX40" fmla="*/ 4985756 w 5195682"/>
                <a:gd name="connsiteY40" fmla="*/ 4820721 h 4820721"/>
                <a:gd name="connsiteX41" fmla="*/ 0 w 5195682"/>
                <a:gd name="connsiteY41" fmla="*/ 4820721 h 4820721"/>
                <a:gd name="connsiteX42" fmla="*/ 0 w 5195682"/>
                <a:gd name="connsiteY42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19902 w 5195682"/>
                <a:gd name="connsiteY12" fmla="*/ 3724558 h 4820721"/>
                <a:gd name="connsiteX13" fmla="*/ 3976786 w 5195682"/>
                <a:gd name="connsiteY13" fmla="*/ 3699943 h 4820721"/>
                <a:gd name="connsiteX14" fmla="*/ 4008162 w 5195682"/>
                <a:gd name="connsiteY14" fmla="*/ 3651259 h 4820721"/>
                <a:gd name="connsiteX15" fmla="*/ 4037322 w 5195682"/>
                <a:gd name="connsiteY15" fmla="*/ 3602576 h 4820721"/>
                <a:gd name="connsiteX16" fmla="*/ 4091178 w 5195682"/>
                <a:gd name="connsiteY16" fmla="*/ 3505209 h 4820721"/>
                <a:gd name="connsiteX17" fmla="*/ 4140783 w 5195682"/>
                <a:gd name="connsiteY17" fmla="*/ 3407842 h 4820721"/>
                <a:gd name="connsiteX18" fmla="*/ 4187189 w 5195682"/>
                <a:gd name="connsiteY18" fmla="*/ 3310475 h 4820721"/>
                <a:gd name="connsiteX19" fmla="*/ 4231030 w 5195682"/>
                <a:gd name="connsiteY19" fmla="*/ 3213108 h 4820721"/>
                <a:gd name="connsiteX20" fmla="*/ 4292917 w 5195682"/>
                <a:gd name="connsiteY20" fmla="*/ 3067058 h 4820721"/>
                <a:gd name="connsiteX21" fmla="*/ 4351071 w 5195682"/>
                <a:gd name="connsiteY21" fmla="*/ 2921007 h 4820721"/>
                <a:gd name="connsiteX22" fmla="*/ 4406226 w 5195682"/>
                <a:gd name="connsiteY22" fmla="*/ 2774957 h 4820721"/>
                <a:gd name="connsiteX23" fmla="*/ 4458908 w 5195682"/>
                <a:gd name="connsiteY23" fmla="*/ 2628907 h 4820721"/>
                <a:gd name="connsiteX24" fmla="*/ 4525952 w 5195682"/>
                <a:gd name="connsiteY24" fmla="*/ 2434173 h 4820721"/>
                <a:gd name="connsiteX25" fmla="*/ 4589932 w 5195682"/>
                <a:gd name="connsiteY25" fmla="*/ 2239439 h 4820721"/>
                <a:gd name="connsiteX26" fmla="*/ 4651317 w 5195682"/>
                <a:gd name="connsiteY26" fmla="*/ 2044705 h 4820721"/>
                <a:gd name="connsiteX27" fmla="*/ 4724923 w 5195682"/>
                <a:gd name="connsiteY27" fmla="*/ 1801288 h 4820721"/>
                <a:gd name="connsiteX28" fmla="*/ 4795521 w 5195682"/>
                <a:gd name="connsiteY28" fmla="*/ 1557871 h 4820721"/>
                <a:gd name="connsiteX29" fmla="*/ 4863496 w 5195682"/>
                <a:gd name="connsiteY29" fmla="*/ 1314453 h 4820721"/>
                <a:gd name="connsiteX30" fmla="*/ 4942018 w 5195682"/>
                <a:gd name="connsiteY30" fmla="*/ 1022353 h 4820721"/>
                <a:gd name="connsiteX31" fmla="*/ 5017600 w 5195682"/>
                <a:gd name="connsiteY31" fmla="*/ 730252 h 4820721"/>
                <a:gd name="connsiteX32" fmla="*/ 5090567 w 5195682"/>
                <a:gd name="connsiteY32" fmla="*/ 438151 h 4820721"/>
                <a:gd name="connsiteX33" fmla="*/ 5172741 w 5195682"/>
                <a:gd name="connsiteY33" fmla="*/ 97367 h 4820721"/>
                <a:gd name="connsiteX34" fmla="*/ 5195682 w 5195682"/>
                <a:gd name="connsiteY34" fmla="*/ 0 h 4820721"/>
                <a:gd name="connsiteX35" fmla="*/ 5195682 w 5195682"/>
                <a:gd name="connsiteY35" fmla="*/ 4473821 h 4820721"/>
                <a:gd name="connsiteX36" fmla="*/ 5195682 w 5195682"/>
                <a:gd name="connsiteY36" fmla="*/ 4473821 h 4820721"/>
                <a:gd name="connsiteX37" fmla="*/ 5143201 w 5195682"/>
                <a:gd name="connsiteY37" fmla="*/ 4580175 h 4820721"/>
                <a:gd name="connsiteX38" fmla="*/ 5090719 w 5195682"/>
                <a:gd name="connsiteY38" fmla="*/ 4682353 h 4820721"/>
                <a:gd name="connsiteX39" fmla="*/ 5038238 w 5195682"/>
                <a:gd name="connsiteY39" fmla="*/ 4780180 h 4820721"/>
                <a:gd name="connsiteX40" fmla="*/ 4985756 w 5195682"/>
                <a:gd name="connsiteY40" fmla="*/ 4820721 h 4820721"/>
                <a:gd name="connsiteX41" fmla="*/ 0 w 5195682"/>
                <a:gd name="connsiteY41" fmla="*/ 4820721 h 4820721"/>
                <a:gd name="connsiteX42" fmla="*/ 0 w 5195682"/>
                <a:gd name="connsiteY42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19902 w 5195682"/>
                <a:gd name="connsiteY12" fmla="*/ 3724558 h 4820721"/>
                <a:gd name="connsiteX13" fmla="*/ 3878977 w 5195682"/>
                <a:gd name="connsiteY13" fmla="*/ 3700745 h 4820721"/>
                <a:gd name="connsiteX14" fmla="*/ 3976786 w 5195682"/>
                <a:gd name="connsiteY14" fmla="*/ 3699943 h 4820721"/>
                <a:gd name="connsiteX15" fmla="*/ 4008162 w 5195682"/>
                <a:gd name="connsiteY15" fmla="*/ 3651259 h 4820721"/>
                <a:gd name="connsiteX16" fmla="*/ 4037322 w 5195682"/>
                <a:gd name="connsiteY16" fmla="*/ 3602576 h 4820721"/>
                <a:gd name="connsiteX17" fmla="*/ 4091178 w 5195682"/>
                <a:gd name="connsiteY17" fmla="*/ 3505209 h 4820721"/>
                <a:gd name="connsiteX18" fmla="*/ 4140783 w 5195682"/>
                <a:gd name="connsiteY18" fmla="*/ 3407842 h 4820721"/>
                <a:gd name="connsiteX19" fmla="*/ 4187189 w 5195682"/>
                <a:gd name="connsiteY19" fmla="*/ 3310475 h 4820721"/>
                <a:gd name="connsiteX20" fmla="*/ 4231030 w 5195682"/>
                <a:gd name="connsiteY20" fmla="*/ 3213108 h 4820721"/>
                <a:gd name="connsiteX21" fmla="*/ 4292917 w 5195682"/>
                <a:gd name="connsiteY21" fmla="*/ 3067058 h 4820721"/>
                <a:gd name="connsiteX22" fmla="*/ 4351071 w 5195682"/>
                <a:gd name="connsiteY22" fmla="*/ 2921007 h 4820721"/>
                <a:gd name="connsiteX23" fmla="*/ 4406226 w 5195682"/>
                <a:gd name="connsiteY23" fmla="*/ 2774957 h 4820721"/>
                <a:gd name="connsiteX24" fmla="*/ 4458908 w 5195682"/>
                <a:gd name="connsiteY24" fmla="*/ 2628907 h 4820721"/>
                <a:gd name="connsiteX25" fmla="*/ 4525952 w 5195682"/>
                <a:gd name="connsiteY25" fmla="*/ 2434173 h 4820721"/>
                <a:gd name="connsiteX26" fmla="*/ 4589932 w 5195682"/>
                <a:gd name="connsiteY26" fmla="*/ 2239439 h 4820721"/>
                <a:gd name="connsiteX27" fmla="*/ 4651317 w 5195682"/>
                <a:gd name="connsiteY27" fmla="*/ 2044705 h 4820721"/>
                <a:gd name="connsiteX28" fmla="*/ 4724923 w 5195682"/>
                <a:gd name="connsiteY28" fmla="*/ 1801288 h 4820721"/>
                <a:gd name="connsiteX29" fmla="*/ 4795521 w 5195682"/>
                <a:gd name="connsiteY29" fmla="*/ 1557871 h 4820721"/>
                <a:gd name="connsiteX30" fmla="*/ 4863496 w 5195682"/>
                <a:gd name="connsiteY30" fmla="*/ 1314453 h 4820721"/>
                <a:gd name="connsiteX31" fmla="*/ 4942018 w 5195682"/>
                <a:gd name="connsiteY31" fmla="*/ 1022353 h 4820721"/>
                <a:gd name="connsiteX32" fmla="*/ 5017600 w 5195682"/>
                <a:gd name="connsiteY32" fmla="*/ 730252 h 4820721"/>
                <a:gd name="connsiteX33" fmla="*/ 5090567 w 5195682"/>
                <a:gd name="connsiteY33" fmla="*/ 438151 h 4820721"/>
                <a:gd name="connsiteX34" fmla="*/ 5172741 w 5195682"/>
                <a:gd name="connsiteY34" fmla="*/ 97367 h 4820721"/>
                <a:gd name="connsiteX35" fmla="*/ 5195682 w 5195682"/>
                <a:gd name="connsiteY35" fmla="*/ 0 h 4820721"/>
                <a:gd name="connsiteX36" fmla="*/ 5195682 w 5195682"/>
                <a:gd name="connsiteY36" fmla="*/ 4473821 h 4820721"/>
                <a:gd name="connsiteX37" fmla="*/ 5195682 w 5195682"/>
                <a:gd name="connsiteY37" fmla="*/ 4473821 h 4820721"/>
                <a:gd name="connsiteX38" fmla="*/ 5143201 w 5195682"/>
                <a:gd name="connsiteY38" fmla="*/ 4580175 h 4820721"/>
                <a:gd name="connsiteX39" fmla="*/ 5090719 w 5195682"/>
                <a:gd name="connsiteY39" fmla="*/ 4682353 h 4820721"/>
                <a:gd name="connsiteX40" fmla="*/ 5038238 w 5195682"/>
                <a:gd name="connsiteY40" fmla="*/ 4780180 h 4820721"/>
                <a:gd name="connsiteX41" fmla="*/ 4985756 w 5195682"/>
                <a:gd name="connsiteY41" fmla="*/ 4820721 h 4820721"/>
                <a:gd name="connsiteX42" fmla="*/ 0 w 5195682"/>
                <a:gd name="connsiteY42" fmla="*/ 4820721 h 4820721"/>
                <a:gd name="connsiteX43" fmla="*/ 0 w 5195682"/>
                <a:gd name="connsiteY43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19902 w 5195682"/>
                <a:gd name="connsiteY12" fmla="*/ 3724558 h 4820721"/>
                <a:gd name="connsiteX13" fmla="*/ 3967877 w 5195682"/>
                <a:gd name="connsiteY13" fmla="*/ 3710270 h 4820721"/>
                <a:gd name="connsiteX14" fmla="*/ 3976786 w 5195682"/>
                <a:gd name="connsiteY14" fmla="*/ 3699943 h 4820721"/>
                <a:gd name="connsiteX15" fmla="*/ 4008162 w 5195682"/>
                <a:gd name="connsiteY15" fmla="*/ 3651259 h 4820721"/>
                <a:gd name="connsiteX16" fmla="*/ 4037322 w 5195682"/>
                <a:gd name="connsiteY16" fmla="*/ 3602576 h 4820721"/>
                <a:gd name="connsiteX17" fmla="*/ 4091178 w 5195682"/>
                <a:gd name="connsiteY17" fmla="*/ 3505209 h 4820721"/>
                <a:gd name="connsiteX18" fmla="*/ 4140783 w 5195682"/>
                <a:gd name="connsiteY18" fmla="*/ 3407842 h 4820721"/>
                <a:gd name="connsiteX19" fmla="*/ 4187189 w 5195682"/>
                <a:gd name="connsiteY19" fmla="*/ 3310475 h 4820721"/>
                <a:gd name="connsiteX20" fmla="*/ 4231030 w 5195682"/>
                <a:gd name="connsiteY20" fmla="*/ 3213108 h 4820721"/>
                <a:gd name="connsiteX21" fmla="*/ 4292917 w 5195682"/>
                <a:gd name="connsiteY21" fmla="*/ 3067058 h 4820721"/>
                <a:gd name="connsiteX22" fmla="*/ 4351071 w 5195682"/>
                <a:gd name="connsiteY22" fmla="*/ 2921007 h 4820721"/>
                <a:gd name="connsiteX23" fmla="*/ 4406226 w 5195682"/>
                <a:gd name="connsiteY23" fmla="*/ 2774957 h 4820721"/>
                <a:gd name="connsiteX24" fmla="*/ 4458908 w 5195682"/>
                <a:gd name="connsiteY24" fmla="*/ 2628907 h 4820721"/>
                <a:gd name="connsiteX25" fmla="*/ 4525952 w 5195682"/>
                <a:gd name="connsiteY25" fmla="*/ 2434173 h 4820721"/>
                <a:gd name="connsiteX26" fmla="*/ 4589932 w 5195682"/>
                <a:gd name="connsiteY26" fmla="*/ 2239439 h 4820721"/>
                <a:gd name="connsiteX27" fmla="*/ 4651317 w 5195682"/>
                <a:gd name="connsiteY27" fmla="*/ 2044705 h 4820721"/>
                <a:gd name="connsiteX28" fmla="*/ 4724923 w 5195682"/>
                <a:gd name="connsiteY28" fmla="*/ 1801288 h 4820721"/>
                <a:gd name="connsiteX29" fmla="*/ 4795521 w 5195682"/>
                <a:gd name="connsiteY29" fmla="*/ 1557871 h 4820721"/>
                <a:gd name="connsiteX30" fmla="*/ 4863496 w 5195682"/>
                <a:gd name="connsiteY30" fmla="*/ 1314453 h 4820721"/>
                <a:gd name="connsiteX31" fmla="*/ 4942018 w 5195682"/>
                <a:gd name="connsiteY31" fmla="*/ 1022353 h 4820721"/>
                <a:gd name="connsiteX32" fmla="*/ 5017600 w 5195682"/>
                <a:gd name="connsiteY32" fmla="*/ 730252 h 4820721"/>
                <a:gd name="connsiteX33" fmla="*/ 5090567 w 5195682"/>
                <a:gd name="connsiteY33" fmla="*/ 438151 h 4820721"/>
                <a:gd name="connsiteX34" fmla="*/ 5172741 w 5195682"/>
                <a:gd name="connsiteY34" fmla="*/ 97367 h 4820721"/>
                <a:gd name="connsiteX35" fmla="*/ 5195682 w 5195682"/>
                <a:gd name="connsiteY35" fmla="*/ 0 h 4820721"/>
                <a:gd name="connsiteX36" fmla="*/ 5195682 w 5195682"/>
                <a:gd name="connsiteY36" fmla="*/ 4473821 h 4820721"/>
                <a:gd name="connsiteX37" fmla="*/ 5195682 w 5195682"/>
                <a:gd name="connsiteY37" fmla="*/ 4473821 h 4820721"/>
                <a:gd name="connsiteX38" fmla="*/ 5143201 w 5195682"/>
                <a:gd name="connsiteY38" fmla="*/ 4580175 h 4820721"/>
                <a:gd name="connsiteX39" fmla="*/ 5090719 w 5195682"/>
                <a:gd name="connsiteY39" fmla="*/ 4682353 h 4820721"/>
                <a:gd name="connsiteX40" fmla="*/ 5038238 w 5195682"/>
                <a:gd name="connsiteY40" fmla="*/ 4780180 h 4820721"/>
                <a:gd name="connsiteX41" fmla="*/ 4985756 w 5195682"/>
                <a:gd name="connsiteY41" fmla="*/ 4820721 h 4820721"/>
                <a:gd name="connsiteX42" fmla="*/ 0 w 5195682"/>
                <a:gd name="connsiteY42" fmla="*/ 4820721 h 4820721"/>
                <a:gd name="connsiteX43" fmla="*/ 0 w 5195682"/>
                <a:gd name="connsiteY43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13552 w 5195682"/>
                <a:gd name="connsiteY12" fmla="*/ 3722970 h 4820721"/>
                <a:gd name="connsiteX13" fmla="*/ 3967877 w 5195682"/>
                <a:gd name="connsiteY13" fmla="*/ 3710270 h 4820721"/>
                <a:gd name="connsiteX14" fmla="*/ 3976786 w 5195682"/>
                <a:gd name="connsiteY14" fmla="*/ 3699943 h 4820721"/>
                <a:gd name="connsiteX15" fmla="*/ 4008162 w 5195682"/>
                <a:gd name="connsiteY15" fmla="*/ 3651259 h 4820721"/>
                <a:gd name="connsiteX16" fmla="*/ 4037322 w 5195682"/>
                <a:gd name="connsiteY16" fmla="*/ 3602576 h 4820721"/>
                <a:gd name="connsiteX17" fmla="*/ 4091178 w 5195682"/>
                <a:gd name="connsiteY17" fmla="*/ 3505209 h 4820721"/>
                <a:gd name="connsiteX18" fmla="*/ 4140783 w 5195682"/>
                <a:gd name="connsiteY18" fmla="*/ 3407842 h 4820721"/>
                <a:gd name="connsiteX19" fmla="*/ 4187189 w 5195682"/>
                <a:gd name="connsiteY19" fmla="*/ 3310475 h 4820721"/>
                <a:gd name="connsiteX20" fmla="*/ 4231030 w 5195682"/>
                <a:gd name="connsiteY20" fmla="*/ 3213108 h 4820721"/>
                <a:gd name="connsiteX21" fmla="*/ 4292917 w 5195682"/>
                <a:gd name="connsiteY21" fmla="*/ 3067058 h 4820721"/>
                <a:gd name="connsiteX22" fmla="*/ 4351071 w 5195682"/>
                <a:gd name="connsiteY22" fmla="*/ 2921007 h 4820721"/>
                <a:gd name="connsiteX23" fmla="*/ 4406226 w 5195682"/>
                <a:gd name="connsiteY23" fmla="*/ 2774957 h 4820721"/>
                <a:gd name="connsiteX24" fmla="*/ 4458908 w 5195682"/>
                <a:gd name="connsiteY24" fmla="*/ 2628907 h 4820721"/>
                <a:gd name="connsiteX25" fmla="*/ 4525952 w 5195682"/>
                <a:gd name="connsiteY25" fmla="*/ 2434173 h 4820721"/>
                <a:gd name="connsiteX26" fmla="*/ 4589932 w 5195682"/>
                <a:gd name="connsiteY26" fmla="*/ 2239439 h 4820721"/>
                <a:gd name="connsiteX27" fmla="*/ 4651317 w 5195682"/>
                <a:gd name="connsiteY27" fmla="*/ 2044705 h 4820721"/>
                <a:gd name="connsiteX28" fmla="*/ 4724923 w 5195682"/>
                <a:gd name="connsiteY28" fmla="*/ 1801288 h 4820721"/>
                <a:gd name="connsiteX29" fmla="*/ 4795521 w 5195682"/>
                <a:gd name="connsiteY29" fmla="*/ 1557871 h 4820721"/>
                <a:gd name="connsiteX30" fmla="*/ 4863496 w 5195682"/>
                <a:gd name="connsiteY30" fmla="*/ 1314453 h 4820721"/>
                <a:gd name="connsiteX31" fmla="*/ 4942018 w 5195682"/>
                <a:gd name="connsiteY31" fmla="*/ 1022353 h 4820721"/>
                <a:gd name="connsiteX32" fmla="*/ 5017600 w 5195682"/>
                <a:gd name="connsiteY32" fmla="*/ 730252 h 4820721"/>
                <a:gd name="connsiteX33" fmla="*/ 5090567 w 5195682"/>
                <a:gd name="connsiteY33" fmla="*/ 438151 h 4820721"/>
                <a:gd name="connsiteX34" fmla="*/ 5172741 w 5195682"/>
                <a:gd name="connsiteY34" fmla="*/ 97367 h 4820721"/>
                <a:gd name="connsiteX35" fmla="*/ 5195682 w 5195682"/>
                <a:gd name="connsiteY35" fmla="*/ 0 h 4820721"/>
                <a:gd name="connsiteX36" fmla="*/ 5195682 w 5195682"/>
                <a:gd name="connsiteY36" fmla="*/ 4473821 h 4820721"/>
                <a:gd name="connsiteX37" fmla="*/ 5195682 w 5195682"/>
                <a:gd name="connsiteY37" fmla="*/ 4473821 h 4820721"/>
                <a:gd name="connsiteX38" fmla="*/ 5143201 w 5195682"/>
                <a:gd name="connsiteY38" fmla="*/ 4580175 h 4820721"/>
                <a:gd name="connsiteX39" fmla="*/ 5090719 w 5195682"/>
                <a:gd name="connsiteY39" fmla="*/ 4682353 h 4820721"/>
                <a:gd name="connsiteX40" fmla="*/ 5038238 w 5195682"/>
                <a:gd name="connsiteY40" fmla="*/ 4780180 h 4820721"/>
                <a:gd name="connsiteX41" fmla="*/ 4985756 w 5195682"/>
                <a:gd name="connsiteY41" fmla="*/ 4820721 h 4820721"/>
                <a:gd name="connsiteX42" fmla="*/ 0 w 5195682"/>
                <a:gd name="connsiteY42" fmla="*/ 4820721 h 4820721"/>
                <a:gd name="connsiteX43" fmla="*/ 0 w 5195682"/>
                <a:gd name="connsiteY43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19902 w 5195682"/>
                <a:gd name="connsiteY12" fmla="*/ 3722970 h 4820721"/>
                <a:gd name="connsiteX13" fmla="*/ 3967877 w 5195682"/>
                <a:gd name="connsiteY13" fmla="*/ 3710270 h 4820721"/>
                <a:gd name="connsiteX14" fmla="*/ 3976786 w 5195682"/>
                <a:gd name="connsiteY14" fmla="*/ 3699943 h 4820721"/>
                <a:gd name="connsiteX15" fmla="*/ 4008162 w 5195682"/>
                <a:gd name="connsiteY15" fmla="*/ 3651259 h 4820721"/>
                <a:gd name="connsiteX16" fmla="*/ 4037322 w 5195682"/>
                <a:gd name="connsiteY16" fmla="*/ 3602576 h 4820721"/>
                <a:gd name="connsiteX17" fmla="*/ 4091178 w 5195682"/>
                <a:gd name="connsiteY17" fmla="*/ 3505209 h 4820721"/>
                <a:gd name="connsiteX18" fmla="*/ 4140783 w 5195682"/>
                <a:gd name="connsiteY18" fmla="*/ 3407842 h 4820721"/>
                <a:gd name="connsiteX19" fmla="*/ 4187189 w 5195682"/>
                <a:gd name="connsiteY19" fmla="*/ 3310475 h 4820721"/>
                <a:gd name="connsiteX20" fmla="*/ 4231030 w 5195682"/>
                <a:gd name="connsiteY20" fmla="*/ 3213108 h 4820721"/>
                <a:gd name="connsiteX21" fmla="*/ 4292917 w 5195682"/>
                <a:gd name="connsiteY21" fmla="*/ 3067058 h 4820721"/>
                <a:gd name="connsiteX22" fmla="*/ 4351071 w 5195682"/>
                <a:gd name="connsiteY22" fmla="*/ 2921007 h 4820721"/>
                <a:gd name="connsiteX23" fmla="*/ 4406226 w 5195682"/>
                <a:gd name="connsiteY23" fmla="*/ 2774957 h 4820721"/>
                <a:gd name="connsiteX24" fmla="*/ 4458908 w 5195682"/>
                <a:gd name="connsiteY24" fmla="*/ 2628907 h 4820721"/>
                <a:gd name="connsiteX25" fmla="*/ 4525952 w 5195682"/>
                <a:gd name="connsiteY25" fmla="*/ 2434173 h 4820721"/>
                <a:gd name="connsiteX26" fmla="*/ 4589932 w 5195682"/>
                <a:gd name="connsiteY26" fmla="*/ 2239439 h 4820721"/>
                <a:gd name="connsiteX27" fmla="*/ 4651317 w 5195682"/>
                <a:gd name="connsiteY27" fmla="*/ 2044705 h 4820721"/>
                <a:gd name="connsiteX28" fmla="*/ 4724923 w 5195682"/>
                <a:gd name="connsiteY28" fmla="*/ 1801288 h 4820721"/>
                <a:gd name="connsiteX29" fmla="*/ 4795521 w 5195682"/>
                <a:gd name="connsiteY29" fmla="*/ 1557871 h 4820721"/>
                <a:gd name="connsiteX30" fmla="*/ 4863496 w 5195682"/>
                <a:gd name="connsiteY30" fmla="*/ 1314453 h 4820721"/>
                <a:gd name="connsiteX31" fmla="*/ 4942018 w 5195682"/>
                <a:gd name="connsiteY31" fmla="*/ 1022353 h 4820721"/>
                <a:gd name="connsiteX32" fmla="*/ 5017600 w 5195682"/>
                <a:gd name="connsiteY32" fmla="*/ 730252 h 4820721"/>
                <a:gd name="connsiteX33" fmla="*/ 5090567 w 5195682"/>
                <a:gd name="connsiteY33" fmla="*/ 438151 h 4820721"/>
                <a:gd name="connsiteX34" fmla="*/ 5172741 w 5195682"/>
                <a:gd name="connsiteY34" fmla="*/ 97367 h 4820721"/>
                <a:gd name="connsiteX35" fmla="*/ 5195682 w 5195682"/>
                <a:gd name="connsiteY35" fmla="*/ 0 h 4820721"/>
                <a:gd name="connsiteX36" fmla="*/ 5195682 w 5195682"/>
                <a:gd name="connsiteY36" fmla="*/ 4473821 h 4820721"/>
                <a:gd name="connsiteX37" fmla="*/ 5195682 w 5195682"/>
                <a:gd name="connsiteY37" fmla="*/ 4473821 h 4820721"/>
                <a:gd name="connsiteX38" fmla="*/ 5143201 w 5195682"/>
                <a:gd name="connsiteY38" fmla="*/ 4580175 h 4820721"/>
                <a:gd name="connsiteX39" fmla="*/ 5090719 w 5195682"/>
                <a:gd name="connsiteY39" fmla="*/ 4682353 h 4820721"/>
                <a:gd name="connsiteX40" fmla="*/ 5038238 w 5195682"/>
                <a:gd name="connsiteY40" fmla="*/ 4780180 h 4820721"/>
                <a:gd name="connsiteX41" fmla="*/ 4985756 w 5195682"/>
                <a:gd name="connsiteY41" fmla="*/ 4820721 h 4820721"/>
                <a:gd name="connsiteX42" fmla="*/ 0 w 5195682"/>
                <a:gd name="connsiteY42" fmla="*/ 4820721 h 4820721"/>
                <a:gd name="connsiteX43" fmla="*/ 0 w 5195682"/>
                <a:gd name="connsiteY43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23077 w 5195682"/>
                <a:gd name="connsiteY12" fmla="*/ 3716620 h 4820721"/>
                <a:gd name="connsiteX13" fmla="*/ 3967877 w 5195682"/>
                <a:gd name="connsiteY13" fmla="*/ 3710270 h 4820721"/>
                <a:gd name="connsiteX14" fmla="*/ 3976786 w 5195682"/>
                <a:gd name="connsiteY14" fmla="*/ 3699943 h 4820721"/>
                <a:gd name="connsiteX15" fmla="*/ 4008162 w 5195682"/>
                <a:gd name="connsiteY15" fmla="*/ 3651259 h 4820721"/>
                <a:gd name="connsiteX16" fmla="*/ 4037322 w 5195682"/>
                <a:gd name="connsiteY16" fmla="*/ 3602576 h 4820721"/>
                <a:gd name="connsiteX17" fmla="*/ 4091178 w 5195682"/>
                <a:gd name="connsiteY17" fmla="*/ 3505209 h 4820721"/>
                <a:gd name="connsiteX18" fmla="*/ 4140783 w 5195682"/>
                <a:gd name="connsiteY18" fmla="*/ 3407842 h 4820721"/>
                <a:gd name="connsiteX19" fmla="*/ 4187189 w 5195682"/>
                <a:gd name="connsiteY19" fmla="*/ 3310475 h 4820721"/>
                <a:gd name="connsiteX20" fmla="*/ 4231030 w 5195682"/>
                <a:gd name="connsiteY20" fmla="*/ 3213108 h 4820721"/>
                <a:gd name="connsiteX21" fmla="*/ 4292917 w 5195682"/>
                <a:gd name="connsiteY21" fmla="*/ 3067058 h 4820721"/>
                <a:gd name="connsiteX22" fmla="*/ 4351071 w 5195682"/>
                <a:gd name="connsiteY22" fmla="*/ 2921007 h 4820721"/>
                <a:gd name="connsiteX23" fmla="*/ 4406226 w 5195682"/>
                <a:gd name="connsiteY23" fmla="*/ 2774957 h 4820721"/>
                <a:gd name="connsiteX24" fmla="*/ 4458908 w 5195682"/>
                <a:gd name="connsiteY24" fmla="*/ 2628907 h 4820721"/>
                <a:gd name="connsiteX25" fmla="*/ 4525952 w 5195682"/>
                <a:gd name="connsiteY25" fmla="*/ 2434173 h 4820721"/>
                <a:gd name="connsiteX26" fmla="*/ 4589932 w 5195682"/>
                <a:gd name="connsiteY26" fmla="*/ 2239439 h 4820721"/>
                <a:gd name="connsiteX27" fmla="*/ 4651317 w 5195682"/>
                <a:gd name="connsiteY27" fmla="*/ 2044705 h 4820721"/>
                <a:gd name="connsiteX28" fmla="*/ 4724923 w 5195682"/>
                <a:gd name="connsiteY28" fmla="*/ 1801288 h 4820721"/>
                <a:gd name="connsiteX29" fmla="*/ 4795521 w 5195682"/>
                <a:gd name="connsiteY29" fmla="*/ 1557871 h 4820721"/>
                <a:gd name="connsiteX30" fmla="*/ 4863496 w 5195682"/>
                <a:gd name="connsiteY30" fmla="*/ 1314453 h 4820721"/>
                <a:gd name="connsiteX31" fmla="*/ 4942018 w 5195682"/>
                <a:gd name="connsiteY31" fmla="*/ 1022353 h 4820721"/>
                <a:gd name="connsiteX32" fmla="*/ 5017600 w 5195682"/>
                <a:gd name="connsiteY32" fmla="*/ 730252 h 4820721"/>
                <a:gd name="connsiteX33" fmla="*/ 5090567 w 5195682"/>
                <a:gd name="connsiteY33" fmla="*/ 438151 h 4820721"/>
                <a:gd name="connsiteX34" fmla="*/ 5172741 w 5195682"/>
                <a:gd name="connsiteY34" fmla="*/ 97367 h 4820721"/>
                <a:gd name="connsiteX35" fmla="*/ 5195682 w 5195682"/>
                <a:gd name="connsiteY35" fmla="*/ 0 h 4820721"/>
                <a:gd name="connsiteX36" fmla="*/ 5195682 w 5195682"/>
                <a:gd name="connsiteY36" fmla="*/ 4473821 h 4820721"/>
                <a:gd name="connsiteX37" fmla="*/ 5195682 w 5195682"/>
                <a:gd name="connsiteY37" fmla="*/ 4473821 h 4820721"/>
                <a:gd name="connsiteX38" fmla="*/ 5143201 w 5195682"/>
                <a:gd name="connsiteY38" fmla="*/ 4580175 h 4820721"/>
                <a:gd name="connsiteX39" fmla="*/ 5090719 w 5195682"/>
                <a:gd name="connsiteY39" fmla="*/ 4682353 h 4820721"/>
                <a:gd name="connsiteX40" fmla="*/ 5038238 w 5195682"/>
                <a:gd name="connsiteY40" fmla="*/ 4780180 h 4820721"/>
                <a:gd name="connsiteX41" fmla="*/ 4985756 w 5195682"/>
                <a:gd name="connsiteY41" fmla="*/ 4820721 h 4820721"/>
                <a:gd name="connsiteX42" fmla="*/ 0 w 5195682"/>
                <a:gd name="connsiteY42" fmla="*/ 4820721 h 4820721"/>
                <a:gd name="connsiteX43" fmla="*/ 0 w 5195682"/>
                <a:gd name="connsiteY43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27840 w 5195682"/>
                <a:gd name="connsiteY12" fmla="*/ 3711857 h 4820721"/>
                <a:gd name="connsiteX13" fmla="*/ 3967877 w 5195682"/>
                <a:gd name="connsiteY13" fmla="*/ 3710270 h 4820721"/>
                <a:gd name="connsiteX14" fmla="*/ 3976786 w 5195682"/>
                <a:gd name="connsiteY14" fmla="*/ 3699943 h 4820721"/>
                <a:gd name="connsiteX15" fmla="*/ 4008162 w 5195682"/>
                <a:gd name="connsiteY15" fmla="*/ 3651259 h 4820721"/>
                <a:gd name="connsiteX16" fmla="*/ 4037322 w 5195682"/>
                <a:gd name="connsiteY16" fmla="*/ 3602576 h 4820721"/>
                <a:gd name="connsiteX17" fmla="*/ 4091178 w 5195682"/>
                <a:gd name="connsiteY17" fmla="*/ 3505209 h 4820721"/>
                <a:gd name="connsiteX18" fmla="*/ 4140783 w 5195682"/>
                <a:gd name="connsiteY18" fmla="*/ 3407842 h 4820721"/>
                <a:gd name="connsiteX19" fmla="*/ 4187189 w 5195682"/>
                <a:gd name="connsiteY19" fmla="*/ 3310475 h 4820721"/>
                <a:gd name="connsiteX20" fmla="*/ 4231030 w 5195682"/>
                <a:gd name="connsiteY20" fmla="*/ 3213108 h 4820721"/>
                <a:gd name="connsiteX21" fmla="*/ 4292917 w 5195682"/>
                <a:gd name="connsiteY21" fmla="*/ 3067058 h 4820721"/>
                <a:gd name="connsiteX22" fmla="*/ 4351071 w 5195682"/>
                <a:gd name="connsiteY22" fmla="*/ 2921007 h 4820721"/>
                <a:gd name="connsiteX23" fmla="*/ 4406226 w 5195682"/>
                <a:gd name="connsiteY23" fmla="*/ 2774957 h 4820721"/>
                <a:gd name="connsiteX24" fmla="*/ 4458908 w 5195682"/>
                <a:gd name="connsiteY24" fmla="*/ 2628907 h 4820721"/>
                <a:gd name="connsiteX25" fmla="*/ 4525952 w 5195682"/>
                <a:gd name="connsiteY25" fmla="*/ 2434173 h 4820721"/>
                <a:gd name="connsiteX26" fmla="*/ 4589932 w 5195682"/>
                <a:gd name="connsiteY26" fmla="*/ 2239439 h 4820721"/>
                <a:gd name="connsiteX27" fmla="*/ 4651317 w 5195682"/>
                <a:gd name="connsiteY27" fmla="*/ 2044705 h 4820721"/>
                <a:gd name="connsiteX28" fmla="*/ 4724923 w 5195682"/>
                <a:gd name="connsiteY28" fmla="*/ 1801288 h 4820721"/>
                <a:gd name="connsiteX29" fmla="*/ 4795521 w 5195682"/>
                <a:gd name="connsiteY29" fmla="*/ 1557871 h 4820721"/>
                <a:gd name="connsiteX30" fmla="*/ 4863496 w 5195682"/>
                <a:gd name="connsiteY30" fmla="*/ 1314453 h 4820721"/>
                <a:gd name="connsiteX31" fmla="*/ 4942018 w 5195682"/>
                <a:gd name="connsiteY31" fmla="*/ 1022353 h 4820721"/>
                <a:gd name="connsiteX32" fmla="*/ 5017600 w 5195682"/>
                <a:gd name="connsiteY32" fmla="*/ 730252 h 4820721"/>
                <a:gd name="connsiteX33" fmla="*/ 5090567 w 5195682"/>
                <a:gd name="connsiteY33" fmla="*/ 438151 h 4820721"/>
                <a:gd name="connsiteX34" fmla="*/ 5172741 w 5195682"/>
                <a:gd name="connsiteY34" fmla="*/ 97367 h 4820721"/>
                <a:gd name="connsiteX35" fmla="*/ 5195682 w 5195682"/>
                <a:gd name="connsiteY35" fmla="*/ 0 h 4820721"/>
                <a:gd name="connsiteX36" fmla="*/ 5195682 w 5195682"/>
                <a:gd name="connsiteY36" fmla="*/ 4473821 h 4820721"/>
                <a:gd name="connsiteX37" fmla="*/ 5195682 w 5195682"/>
                <a:gd name="connsiteY37" fmla="*/ 4473821 h 4820721"/>
                <a:gd name="connsiteX38" fmla="*/ 5143201 w 5195682"/>
                <a:gd name="connsiteY38" fmla="*/ 4580175 h 4820721"/>
                <a:gd name="connsiteX39" fmla="*/ 5090719 w 5195682"/>
                <a:gd name="connsiteY39" fmla="*/ 4682353 h 4820721"/>
                <a:gd name="connsiteX40" fmla="*/ 5038238 w 5195682"/>
                <a:gd name="connsiteY40" fmla="*/ 4780180 h 4820721"/>
                <a:gd name="connsiteX41" fmla="*/ 4985756 w 5195682"/>
                <a:gd name="connsiteY41" fmla="*/ 4820721 h 4820721"/>
                <a:gd name="connsiteX42" fmla="*/ 0 w 5195682"/>
                <a:gd name="connsiteY42" fmla="*/ 4820721 h 4820721"/>
                <a:gd name="connsiteX43" fmla="*/ 0 w 5195682"/>
                <a:gd name="connsiteY43" fmla="*/ 4820721 h 4820721"/>
                <a:gd name="connsiteX0" fmla="*/ 0 w 5195682"/>
                <a:gd name="connsiteY0" fmla="*/ 4820721 h 4820721"/>
                <a:gd name="connsiteX1" fmla="*/ 0 w 5195682"/>
                <a:gd name="connsiteY1" fmla="*/ 4819663 h 4820721"/>
                <a:gd name="connsiteX2" fmla="*/ 0 w 5195682"/>
                <a:gd name="connsiteY2" fmla="*/ 4819663 h 4820721"/>
                <a:gd name="connsiteX3" fmla="*/ 112170 w 5195682"/>
                <a:gd name="connsiteY3" fmla="*/ 4722296 h 4820721"/>
                <a:gd name="connsiteX4" fmla="*/ 220919 w 5195682"/>
                <a:gd name="connsiteY4" fmla="*/ 4624929 h 4820721"/>
                <a:gd name="connsiteX5" fmla="*/ 326553 w 5195682"/>
                <a:gd name="connsiteY5" fmla="*/ 4527562 h 4820721"/>
                <a:gd name="connsiteX6" fmla="*/ 429354 w 5195682"/>
                <a:gd name="connsiteY6" fmla="*/ 4430195 h 4820721"/>
                <a:gd name="connsiteX7" fmla="*/ 578825 w 5195682"/>
                <a:gd name="connsiteY7" fmla="*/ 4284145 h 4820721"/>
                <a:gd name="connsiteX8" fmla="*/ 723385 w 5195682"/>
                <a:gd name="connsiteY8" fmla="*/ 4138094 h 4820721"/>
                <a:gd name="connsiteX9" fmla="*/ 863889 w 5195682"/>
                <a:gd name="connsiteY9" fmla="*/ 3992044 h 4820721"/>
                <a:gd name="connsiteX10" fmla="*/ 1046483 w 5195682"/>
                <a:gd name="connsiteY10" fmla="*/ 3797310 h 4820721"/>
                <a:gd name="connsiteX11" fmla="*/ 1091531 w 5195682"/>
                <a:gd name="connsiteY11" fmla="*/ 3748626 h 4820721"/>
                <a:gd name="connsiteX12" fmla="*/ 1126254 w 5195682"/>
                <a:gd name="connsiteY12" fmla="*/ 3710271 h 4820721"/>
                <a:gd name="connsiteX13" fmla="*/ 3967877 w 5195682"/>
                <a:gd name="connsiteY13" fmla="*/ 3710270 h 4820721"/>
                <a:gd name="connsiteX14" fmla="*/ 3976786 w 5195682"/>
                <a:gd name="connsiteY14" fmla="*/ 3699943 h 4820721"/>
                <a:gd name="connsiteX15" fmla="*/ 4008162 w 5195682"/>
                <a:gd name="connsiteY15" fmla="*/ 3651259 h 4820721"/>
                <a:gd name="connsiteX16" fmla="*/ 4037322 w 5195682"/>
                <a:gd name="connsiteY16" fmla="*/ 3602576 h 4820721"/>
                <a:gd name="connsiteX17" fmla="*/ 4091178 w 5195682"/>
                <a:gd name="connsiteY17" fmla="*/ 3505209 h 4820721"/>
                <a:gd name="connsiteX18" fmla="*/ 4140783 w 5195682"/>
                <a:gd name="connsiteY18" fmla="*/ 3407842 h 4820721"/>
                <a:gd name="connsiteX19" fmla="*/ 4187189 w 5195682"/>
                <a:gd name="connsiteY19" fmla="*/ 3310475 h 4820721"/>
                <a:gd name="connsiteX20" fmla="*/ 4231030 w 5195682"/>
                <a:gd name="connsiteY20" fmla="*/ 3213108 h 4820721"/>
                <a:gd name="connsiteX21" fmla="*/ 4292917 w 5195682"/>
                <a:gd name="connsiteY21" fmla="*/ 3067058 h 4820721"/>
                <a:gd name="connsiteX22" fmla="*/ 4351071 w 5195682"/>
                <a:gd name="connsiteY22" fmla="*/ 2921007 h 4820721"/>
                <a:gd name="connsiteX23" fmla="*/ 4406226 w 5195682"/>
                <a:gd name="connsiteY23" fmla="*/ 2774957 h 4820721"/>
                <a:gd name="connsiteX24" fmla="*/ 4458908 w 5195682"/>
                <a:gd name="connsiteY24" fmla="*/ 2628907 h 4820721"/>
                <a:gd name="connsiteX25" fmla="*/ 4525952 w 5195682"/>
                <a:gd name="connsiteY25" fmla="*/ 2434173 h 4820721"/>
                <a:gd name="connsiteX26" fmla="*/ 4589932 w 5195682"/>
                <a:gd name="connsiteY26" fmla="*/ 2239439 h 4820721"/>
                <a:gd name="connsiteX27" fmla="*/ 4651317 w 5195682"/>
                <a:gd name="connsiteY27" fmla="*/ 2044705 h 4820721"/>
                <a:gd name="connsiteX28" fmla="*/ 4724923 w 5195682"/>
                <a:gd name="connsiteY28" fmla="*/ 1801288 h 4820721"/>
                <a:gd name="connsiteX29" fmla="*/ 4795521 w 5195682"/>
                <a:gd name="connsiteY29" fmla="*/ 1557871 h 4820721"/>
                <a:gd name="connsiteX30" fmla="*/ 4863496 w 5195682"/>
                <a:gd name="connsiteY30" fmla="*/ 1314453 h 4820721"/>
                <a:gd name="connsiteX31" fmla="*/ 4942018 w 5195682"/>
                <a:gd name="connsiteY31" fmla="*/ 1022353 h 4820721"/>
                <a:gd name="connsiteX32" fmla="*/ 5017600 w 5195682"/>
                <a:gd name="connsiteY32" fmla="*/ 730252 h 4820721"/>
                <a:gd name="connsiteX33" fmla="*/ 5090567 w 5195682"/>
                <a:gd name="connsiteY33" fmla="*/ 438151 h 4820721"/>
                <a:gd name="connsiteX34" fmla="*/ 5172741 w 5195682"/>
                <a:gd name="connsiteY34" fmla="*/ 97367 h 4820721"/>
                <a:gd name="connsiteX35" fmla="*/ 5195682 w 5195682"/>
                <a:gd name="connsiteY35" fmla="*/ 0 h 4820721"/>
                <a:gd name="connsiteX36" fmla="*/ 5195682 w 5195682"/>
                <a:gd name="connsiteY36" fmla="*/ 4473821 h 4820721"/>
                <a:gd name="connsiteX37" fmla="*/ 5195682 w 5195682"/>
                <a:gd name="connsiteY37" fmla="*/ 4473821 h 4820721"/>
                <a:gd name="connsiteX38" fmla="*/ 5143201 w 5195682"/>
                <a:gd name="connsiteY38" fmla="*/ 4580175 h 4820721"/>
                <a:gd name="connsiteX39" fmla="*/ 5090719 w 5195682"/>
                <a:gd name="connsiteY39" fmla="*/ 4682353 h 4820721"/>
                <a:gd name="connsiteX40" fmla="*/ 5038238 w 5195682"/>
                <a:gd name="connsiteY40" fmla="*/ 4780180 h 4820721"/>
                <a:gd name="connsiteX41" fmla="*/ 4985756 w 5195682"/>
                <a:gd name="connsiteY41" fmla="*/ 4820721 h 4820721"/>
                <a:gd name="connsiteX42" fmla="*/ 0 w 5195682"/>
                <a:gd name="connsiteY42" fmla="*/ 4820721 h 4820721"/>
                <a:gd name="connsiteX43" fmla="*/ 0 w 5195682"/>
                <a:gd name="connsiteY43" fmla="*/ 4820721 h 4820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195682" h="4820721">
                  <a:moveTo>
                    <a:pt x="0" y="4820721"/>
                  </a:moveTo>
                  <a:lnTo>
                    <a:pt x="0" y="4819663"/>
                  </a:lnTo>
                  <a:lnTo>
                    <a:pt x="0" y="4819663"/>
                  </a:lnTo>
                  <a:lnTo>
                    <a:pt x="112170" y="4722296"/>
                  </a:lnTo>
                  <a:lnTo>
                    <a:pt x="220919" y="4624929"/>
                  </a:lnTo>
                  <a:lnTo>
                    <a:pt x="326553" y="4527562"/>
                  </a:lnTo>
                  <a:lnTo>
                    <a:pt x="429354" y="4430195"/>
                  </a:lnTo>
                  <a:lnTo>
                    <a:pt x="578825" y="4284145"/>
                  </a:lnTo>
                  <a:lnTo>
                    <a:pt x="723385" y="4138094"/>
                  </a:lnTo>
                  <a:lnTo>
                    <a:pt x="863889" y="3992044"/>
                  </a:lnTo>
                  <a:lnTo>
                    <a:pt x="1046483" y="3797310"/>
                  </a:lnTo>
                  <a:lnTo>
                    <a:pt x="1091531" y="3748626"/>
                  </a:lnTo>
                  <a:lnTo>
                    <a:pt x="1126254" y="3710271"/>
                  </a:lnTo>
                  <a:lnTo>
                    <a:pt x="3967877" y="3710270"/>
                  </a:lnTo>
                  <a:lnTo>
                    <a:pt x="3976786" y="3699943"/>
                  </a:lnTo>
                  <a:lnTo>
                    <a:pt x="4008162" y="3651259"/>
                  </a:lnTo>
                  <a:lnTo>
                    <a:pt x="4037322" y="3602576"/>
                  </a:lnTo>
                  <a:lnTo>
                    <a:pt x="4091178" y="3505209"/>
                  </a:lnTo>
                  <a:lnTo>
                    <a:pt x="4140783" y="3407842"/>
                  </a:lnTo>
                  <a:lnTo>
                    <a:pt x="4187189" y="3310475"/>
                  </a:lnTo>
                  <a:lnTo>
                    <a:pt x="4231030" y="3213108"/>
                  </a:lnTo>
                  <a:lnTo>
                    <a:pt x="4292917" y="3067058"/>
                  </a:lnTo>
                  <a:lnTo>
                    <a:pt x="4351071" y="2921007"/>
                  </a:lnTo>
                  <a:lnTo>
                    <a:pt x="4406226" y="2774957"/>
                  </a:lnTo>
                  <a:lnTo>
                    <a:pt x="4458908" y="2628907"/>
                  </a:lnTo>
                  <a:lnTo>
                    <a:pt x="4525952" y="2434173"/>
                  </a:lnTo>
                  <a:lnTo>
                    <a:pt x="4589932" y="2239439"/>
                  </a:lnTo>
                  <a:lnTo>
                    <a:pt x="4651317" y="2044705"/>
                  </a:lnTo>
                  <a:lnTo>
                    <a:pt x="4724923" y="1801288"/>
                  </a:lnTo>
                  <a:lnTo>
                    <a:pt x="4795521" y="1557871"/>
                  </a:lnTo>
                  <a:lnTo>
                    <a:pt x="4863496" y="1314453"/>
                  </a:lnTo>
                  <a:lnTo>
                    <a:pt x="4942018" y="1022353"/>
                  </a:lnTo>
                  <a:lnTo>
                    <a:pt x="5017600" y="730252"/>
                  </a:lnTo>
                  <a:lnTo>
                    <a:pt x="5090567" y="438151"/>
                  </a:lnTo>
                  <a:lnTo>
                    <a:pt x="5172741" y="97367"/>
                  </a:lnTo>
                  <a:lnTo>
                    <a:pt x="5195682" y="0"/>
                  </a:lnTo>
                  <a:lnTo>
                    <a:pt x="5195682" y="4473821"/>
                  </a:lnTo>
                  <a:lnTo>
                    <a:pt x="5195682" y="4473821"/>
                  </a:lnTo>
                  <a:lnTo>
                    <a:pt x="5143201" y="4580175"/>
                  </a:lnTo>
                  <a:lnTo>
                    <a:pt x="5090719" y="4682353"/>
                  </a:lnTo>
                  <a:lnTo>
                    <a:pt x="5038238" y="4780180"/>
                  </a:lnTo>
                  <a:lnTo>
                    <a:pt x="4985756" y="4820721"/>
                  </a:lnTo>
                  <a:lnTo>
                    <a:pt x="0" y="4820721"/>
                  </a:lnTo>
                  <a:lnTo>
                    <a:pt x="0" y="4820721"/>
                  </a:lnTo>
                </a:path>
              </a:pathLst>
            </a:custGeom>
            <a:noFill/>
            <a:ln w="44450" cap="rnd">
              <a:solidFill>
                <a:srgbClr val="0070C0"/>
              </a:solidFill>
              <a:prstDash val="solid"/>
              <a:round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4ED5C70-9600-0A59-A39B-706269B2A0D4}"/>
                </a:ext>
              </a:extLst>
            </p:cNvPr>
            <p:cNvSpPr/>
            <p:nvPr/>
          </p:nvSpPr>
          <p:spPr>
            <a:xfrm>
              <a:off x="6196730" y="3082825"/>
              <a:ext cx="123354" cy="123354"/>
            </a:xfrm>
            <a:prstGeom prst="ellipse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279F51A-6068-C0E0-4A7B-A075E3410230}"/>
                </a:ext>
              </a:extLst>
            </p:cNvPr>
            <p:cNvSpPr txBox="1"/>
            <p:nvPr/>
          </p:nvSpPr>
          <p:spPr>
            <a:xfrm>
              <a:off x="3548080" y="5448660"/>
              <a:ext cx="362560" cy="5847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Ysabeau Infant Medium" pitchFamily="50" charset="0"/>
                  <a:ea typeface="Ysabeau Infant Medium" pitchFamily="50" charset="0"/>
                  <a:cs typeface="Ysabeau Infant Medium" pitchFamily="50" charset="0"/>
                </a:rPr>
                <a:t>1</a:t>
              </a: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sabeau Infant Medium" pitchFamily="50" charset="0"/>
                <a:cs typeface="Ysabeau Infant Medium" pitchFamily="50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A7745C1-D759-2F13-F52D-500AD66EBC71}"/>
                </a:ext>
              </a:extLst>
            </p:cNvPr>
            <p:cNvSpPr txBox="1"/>
            <p:nvPr/>
          </p:nvSpPr>
          <p:spPr>
            <a:xfrm>
              <a:off x="3429246" y="4861770"/>
              <a:ext cx="388205" cy="5847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Ysabeau Infant Medium" pitchFamily="50" charset="0"/>
                  <a:ea typeface="Ysabeau Infant Medium" pitchFamily="50" charset="0"/>
                  <a:cs typeface="Ysabeau Infant Medium" pitchFamily="50" charset="0"/>
                </a:rPr>
                <a:t>2</a:t>
              </a: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sabeau Infant Medium" pitchFamily="50" charset="0"/>
                <a:cs typeface="Ysabeau Infant Medium" pitchFamily="50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B5FBF9A-9667-2FF7-ADAC-BB295C182274}"/>
                </a:ext>
              </a:extLst>
            </p:cNvPr>
            <p:cNvSpPr txBox="1"/>
            <p:nvPr/>
          </p:nvSpPr>
          <p:spPr>
            <a:xfrm>
              <a:off x="8952379" y="212043"/>
              <a:ext cx="399424" cy="5847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Ysabeau Infant Medium" pitchFamily="50" charset="0"/>
                  <a:ea typeface="Ysabeau Infant Medium" pitchFamily="50" charset="0"/>
                  <a:cs typeface="Ysabeau Infant Medium" pitchFamily="50" charset="0"/>
                </a:rPr>
                <a:t>3</a:t>
              </a: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sabeau Infant Medium" pitchFamily="50" charset="0"/>
                <a:cs typeface="Ysabeau Infant Medium" pitchFamily="50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3123C13-2A23-C4C1-D6C2-D95A0E32C98A}"/>
                </a:ext>
              </a:extLst>
            </p:cNvPr>
            <p:cNvSpPr txBox="1"/>
            <p:nvPr/>
          </p:nvSpPr>
          <p:spPr>
            <a:xfrm>
              <a:off x="8833563" y="5072390"/>
              <a:ext cx="566118" cy="5847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Ysabeau Infant Medium" pitchFamily="50" charset="0"/>
                  <a:ea typeface="Ysabeau Infant Medium" pitchFamily="50" charset="0"/>
                  <a:cs typeface="Ysabeau Infant Medium" pitchFamily="50" charset="0"/>
                </a:rPr>
                <a:t>4s</a:t>
              </a: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sabeau Infant Medium" pitchFamily="50" charset="0"/>
                <a:cs typeface="Ysabeau Infant Medium" pitchFamily="50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9588D85-6F28-4C79-2A93-70EDC54CFE26}"/>
                </a:ext>
              </a:extLst>
            </p:cNvPr>
            <p:cNvSpPr txBox="1"/>
            <p:nvPr/>
          </p:nvSpPr>
          <p:spPr>
            <a:xfrm>
              <a:off x="9213139" y="4164487"/>
              <a:ext cx="627026" cy="5847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Ysabeau Infant Medium" pitchFamily="50" charset="0"/>
                  <a:ea typeface="Ysabeau Infant Medium" pitchFamily="50" charset="0"/>
                  <a:cs typeface="Ysabeau Infant Medium" pitchFamily="50" charset="0"/>
                </a:rPr>
                <a:t>4a</a:t>
              </a: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sabeau Infant Medium" pitchFamily="50" charset="0"/>
                <a:cs typeface="Ysabeau Infant Medium" pitchFamily="50" charset="0"/>
              </a:endParaRPr>
            </a:p>
          </p:txBody>
        </p:sp>
        <p:sp>
          <p:nvSpPr>
            <p:cNvPr id="14" name="矩形 242">
              <a:extLst>
                <a:ext uri="{FF2B5EF4-FFF2-40B4-BE49-F238E27FC236}">
                  <a16:creationId xmlns:a16="http://schemas.microsoft.com/office/drawing/2014/main" id="{6FE0A9B2-52E8-3E77-A215-0667F6AEF652}"/>
                </a:ext>
              </a:extLst>
            </p:cNvPr>
            <p:cNvSpPr/>
            <p:nvPr/>
          </p:nvSpPr>
          <p:spPr>
            <a:xfrm>
              <a:off x="3228296" y="2736098"/>
              <a:ext cx="946230" cy="960686"/>
            </a:xfrm>
            <a:custGeom>
              <a:avLst/>
              <a:gdLst>
                <a:gd name="connsiteX0" fmla="*/ 0 w 1568965"/>
                <a:gd name="connsiteY0" fmla="*/ 0 h 1155527"/>
                <a:gd name="connsiteX1" fmla="*/ 1568965 w 1568965"/>
                <a:gd name="connsiteY1" fmla="*/ 0 h 1155527"/>
                <a:gd name="connsiteX2" fmla="*/ 1568965 w 1568965"/>
                <a:gd name="connsiteY2" fmla="*/ 1155527 h 1155527"/>
                <a:gd name="connsiteX3" fmla="*/ 0 w 1568965"/>
                <a:gd name="connsiteY3" fmla="*/ 1155527 h 1155527"/>
                <a:gd name="connsiteX4" fmla="*/ 0 w 1568965"/>
                <a:gd name="connsiteY4" fmla="*/ 0 h 1155527"/>
                <a:gd name="connsiteX0" fmla="*/ 1568965 w 1660405"/>
                <a:gd name="connsiteY0" fmla="*/ 0 h 1155527"/>
                <a:gd name="connsiteX1" fmla="*/ 1568965 w 1660405"/>
                <a:gd name="connsiteY1" fmla="*/ 1155527 h 1155527"/>
                <a:gd name="connsiteX2" fmla="*/ 0 w 1660405"/>
                <a:gd name="connsiteY2" fmla="*/ 1155527 h 1155527"/>
                <a:gd name="connsiteX3" fmla="*/ 0 w 1660405"/>
                <a:gd name="connsiteY3" fmla="*/ 0 h 1155527"/>
                <a:gd name="connsiteX4" fmla="*/ 1660405 w 1660405"/>
                <a:gd name="connsiteY4" fmla="*/ 91440 h 1155527"/>
                <a:gd name="connsiteX0" fmla="*/ 1568965 w 1660405"/>
                <a:gd name="connsiteY0" fmla="*/ 1155527 h 1155527"/>
                <a:gd name="connsiteX1" fmla="*/ 0 w 1660405"/>
                <a:gd name="connsiteY1" fmla="*/ 1155527 h 1155527"/>
                <a:gd name="connsiteX2" fmla="*/ 0 w 1660405"/>
                <a:gd name="connsiteY2" fmla="*/ 0 h 1155527"/>
                <a:gd name="connsiteX3" fmla="*/ 1660405 w 1660405"/>
                <a:gd name="connsiteY3" fmla="*/ 91440 h 1155527"/>
                <a:gd name="connsiteX0" fmla="*/ 1568965 w 1568965"/>
                <a:gd name="connsiteY0" fmla="*/ 1155527 h 1155527"/>
                <a:gd name="connsiteX1" fmla="*/ 0 w 1568965"/>
                <a:gd name="connsiteY1" fmla="*/ 1155527 h 1155527"/>
                <a:gd name="connsiteX2" fmla="*/ 0 w 1568965"/>
                <a:gd name="connsiteY2" fmla="*/ 0 h 11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68965" h="1155527">
                  <a:moveTo>
                    <a:pt x="1568965" y="1155527"/>
                  </a:moveTo>
                  <a:lnTo>
                    <a:pt x="0" y="1155527"/>
                  </a:lnTo>
                  <a:lnTo>
                    <a:pt x="0" y="0"/>
                  </a:lnTo>
                </a:path>
              </a:pathLst>
            </a:custGeom>
            <a:noFill/>
            <a:ln w="34925">
              <a:solidFill>
                <a:schemeClr val="tx1">
                  <a:lumMod val="50000"/>
                  <a:lumOff val="50000"/>
                </a:schemeClr>
              </a:solidFill>
              <a:headEnd type="arrow"/>
              <a:tailEnd type="arrow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0" rIns="54000" bIns="0" rtlCol="0" anchor="b"/>
            <a:lstStyle/>
            <a:p>
              <a:r>
                <a:rPr lang="en-US" altLang="zh-CN" sz="3200" i="1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Ysabeau Infant Medium" pitchFamily="50" charset="0"/>
                  <a:ea typeface="Ysabeau Infant Medium" pitchFamily="50" charset="0"/>
                  <a:cs typeface="Ysabeau Infant Medium" pitchFamily="50" charset="0"/>
                </a:rPr>
                <a:t>T</a:t>
              </a:r>
            </a:p>
            <a:p>
              <a:pPr algn="r"/>
              <a:r>
                <a:rPr lang="en-US" altLang="zh-CN" sz="3200" i="1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Ysabeau Infant Medium" pitchFamily="50" charset="0"/>
                  <a:ea typeface="Ysabeau Infant Medium" pitchFamily="50" charset="0"/>
                  <a:cs typeface="Ysabeau Infant Medium" pitchFamily="50" charset="0"/>
                </a:rPr>
                <a:t>S</a:t>
              </a:r>
              <a:endParaRPr lang="zh-CN" altLang="en-US" sz="32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sabeau Infant Medium" pitchFamily="50" charset="0"/>
                <a:cs typeface="Ysabeau Infant Medium" pitchFamily="50" charset="0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103A0E2-1DBF-8B85-757C-D575BC4EDB78}"/>
                </a:ext>
              </a:extLst>
            </p:cNvPr>
            <p:cNvSpPr/>
            <p:nvPr/>
          </p:nvSpPr>
          <p:spPr>
            <a:xfrm>
              <a:off x="3701329" y="602967"/>
              <a:ext cx="5504184" cy="4827071"/>
            </a:xfrm>
            <a:custGeom>
              <a:avLst/>
              <a:gdLst>
                <a:gd name="connsiteX0" fmla="*/ 5504303 w 5504302"/>
                <a:gd name="connsiteY0" fmla="*/ 0 h 1054818"/>
                <a:gd name="connsiteX1" fmla="*/ 5462927 w 5504302"/>
                <a:gd name="connsiteY1" fmla="*/ 103117 h 1054818"/>
                <a:gd name="connsiteX2" fmla="*/ 5420381 w 5504302"/>
                <a:gd name="connsiteY2" fmla="*/ 206486 h 1054818"/>
                <a:gd name="connsiteX3" fmla="*/ 5376592 w 5504302"/>
                <a:gd name="connsiteY3" fmla="*/ 310064 h 1054818"/>
                <a:gd name="connsiteX4" fmla="*/ 5331483 w 5504302"/>
                <a:gd name="connsiteY4" fmla="*/ 413799 h 1054818"/>
                <a:gd name="connsiteX5" fmla="*/ 5284967 w 5504302"/>
                <a:gd name="connsiteY5" fmla="*/ 517622 h 1054818"/>
                <a:gd name="connsiteX6" fmla="*/ 5236951 w 5504302"/>
                <a:gd name="connsiteY6" fmla="*/ 621442 h 1054818"/>
                <a:gd name="connsiteX7" fmla="*/ 5187335 w 5504302"/>
                <a:gd name="connsiteY7" fmla="*/ 725136 h 1054818"/>
                <a:gd name="connsiteX8" fmla="*/ 5136015 w 5504302"/>
                <a:gd name="connsiteY8" fmla="*/ 828525 h 1054818"/>
                <a:gd name="connsiteX9" fmla="*/ 5082895 w 5504302"/>
                <a:gd name="connsiteY9" fmla="*/ 931331 h 1054818"/>
                <a:gd name="connsiteX10" fmla="*/ 5027880 w 5504302"/>
                <a:gd name="connsiteY10" fmla="*/ 1033058 h 1054818"/>
                <a:gd name="connsiteX11" fmla="*/ 4971438 w 5504302"/>
                <a:gd name="connsiteY11" fmla="*/ 1054819 h 1054818"/>
                <a:gd name="connsiteX12" fmla="*/ 4914945 w 5504302"/>
                <a:gd name="connsiteY12" fmla="*/ 1054819 h 1054818"/>
                <a:gd name="connsiteX13" fmla="*/ 4858451 w 5504302"/>
                <a:gd name="connsiteY13" fmla="*/ 1054819 h 1054818"/>
                <a:gd name="connsiteX14" fmla="*/ 4801958 w 5504302"/>
                <a:gd name="connsiteY14" fmla="*/ 1054819 h 1054818"/>
                <a:gd name="connsiteX15" fmla="*/ 4745465 w 5504302"/>
                <a:gd name="connsiteY15" fmla="*/ 1054819 h 1054818"/>
                <a:gd name="connsiteX16" fmla="*/ 4688971 w 5504302"/>
                <a:gd name="connsiteY16" fmla="*/ 1054819 h 1054818"/>
                <a:gd name="connsiteX17" fmla="*/ 4632477 w 5504302"/>
                <a:gd name="connsiteY17" fmla="*/ 1054819 h 1054818"/>
                <a:gd name="connsiteX18" fmla="*/ 4575984 w 5504302"/>
                <a:gd name="connsiteY18" fmla="*/ 1054819 h 1054818"/>
                <a:gd name="connsiteX19" fmla="*/ 4519490 w 5504302"/>
                <a:gd name="connsiteY19" fmla="*/ 1054819 h 1054818"/>
                <a:gd name="connsiteX20" fmla="*/ 4462996 w 5504302"/>
                <a:gd name="connsiteY20" fmla="*/ 1054819 h 1054818"/>
                <a:gd name="connsiteX21" fmla="*/ 4406503 w 5504302"/>
                <a:gd name="connsiteY21" fmla="*/ 1054819 h 1054818"/>
                <a:gd name="connsiteX22" fmla="*/ 4350009 w 5504302"/>
                <a:gd name="connsiteY22" fmla="*/ 1054819 h 1054818"/>
                <a:gd name="connsiteX23" fmla="*/ 4293515 w 5504302"/>
                <a:gd name="connsiteY23" fmla="*/ 1054819 h 1054818"/>
                <a:gd name="connsiteX24" fmla="*/ 4237022 w 5504302"/>
                <a:gd name="connsiteY24" fmla="*/ 1054819 h 1054818"/>
                <a:gd name="connsiteX25" fmla="*/ 4180528 w 5504302"/>
                <a:gd name="connsiteY25" fmla="*/ 1054819 h 1054818"/>
                <a:gd name="connsiteX26" fmla="*/ 4124034 w 5504302"/>
                <a:gd name="connsiteY26" fmla="*/ 1054819 h 1054818"/>
                <a:gd name="connsiteX27" fmla="*/ 4067541 w 5504302"/>
                <a:gd name="connsiteY27" fmla="*/ 1054819 h 1054818"/>
                <a:gd name="connsiteX28" fmla="*/ 4011047 w 5504302"/>
                <a:gd name="connsiteY28" fmla="*/ 1054819 h 1054818"/>
                <a:gd name="connsiteX29" fmla="*/ 3954553 w 5504302"/>
                <a:gd name="connsiteY29" fmla="*/ 1054819 h 1054818"/>
                <a:gd name="connsiteX30" fmla="*/ 3898060 w 5504302"/>
                <a:gd name="connsiteY30" fmla="*/ 1054819 h 1054818"/>
                <a:gd name="connsiteX31" fmla="*/ 3841566 w 5504302"/>
                <a:gd name="connsiteY31" fmla="*/ 1054819 h 1054818"/>
                <a:gd name="connsiteX32" fmla="*/ 3785073 w 5504302"/>
                <a:gd name="connsiteY32" fmla="*/ 1054819 h 1054818"/>
                <a:gd name="connsiteX33" fmla="*/ 3728579 w 5504302"/>
                <a:gd name="connsiteY33" fmla="*/ 1054819 h 1054818"/>
                <a:gd name="connsiteX34" fmla="*/ 3672085 w 5504302"/>
                <a:gd name="connsiteY34" fmla="*/ 1054819 h 1054818"/>
                <a:gd name="connsiteX35" fmla="*/ 3615592 w 5504302"/>
                <a:gd name="connsiteY35" fmla="*/ 1054819 h 1054818"/>
                <a:gd name="connsiteX36" fmla="*/ 3559098 w 5504302"/>
                <a:gd name="connsiteY36" fmla="*/ 1054819 h 1054818"/>
                <a:gd name="connsiteX37" fmla="*/ 3502605 w 5504302"/>
                <a:gd name="connsiteY37" fmla="*/ 1054819 h 1054818"/>
                <a:gd name="connsiteX38" fmla="*/ 3446111 w 5504302"/>
                <a:gd name="connsiteY38" fmla="*/ 1054819 h 1054818"/>
                <a:gd name="connsiteX39" fmla="*/ 3389617 w 5504302"/>
                <a:gd name="connsiteY39" fmla="*/ 1054819 h 1054818"/>
                <a:gd name="connsiteX40" fmla="*/ 3333124 w 5504302"/>
                <a:gd name="connsiteY40" fmla="*/ 1054819 h 1054818"/>
                <a:gd name="connsiteX41" fmla="*/ 3276630 w 5504302"/>
                <a:gd name="connsiteY41" fmla="*/ 1054819 h 1054818"/>
                <a:gd name="connsiteX42" fmla="*/ 3220136 w 5504302"/>
                <a:gd name="connsiteY42" fmla="*/ 1054819 h 1054818"/>
                <a:gd name="connsiteX43" fmla="*/ 3163643 w 5504302"/>
                <a:gd name="connsiteY43" fmla="*/ 1054819 h 1054818"/>
                <a:gd name="connsiteX44" fmla="*/ 3107149 w 5504302"/>
                <a:gd name="connsiteY44" fmla="*/ 1054819 h 1054818"/>
                <a:gd name="connsiteX45" fmla="*/ 3050655 w 5504302"/>
                <a:gd name="connsiteY45" fmla="*/ 1054819 h 1054818"/>
                <a:gd name="connsiteX46" fmla="*/ 2994162 w 5504302"/>
                <a:gd name="connsiteY46" fmla="*/ 1054819 h 1054818"/>
                <a:gd name="connsiteX47" fmla="*/ 2937668 w 5504302"/>
                <a:gd name="connsiteY47" fmla="*/ 1054819 h 1054818"/>
                <a:gd name="connsiteX48" fmla="*/ 2881175 w 5504302"/>
                <a:gd name="connsiteY48" fmla="*/ 1054819 h 1054818"/>
                <a:gd name="connsiteX49" fmla="*/ 2824681 w 5504302"/>
                <a:gd name="connsiteY49" fmla="*/ 1054819 h 1054818"/>
                <a:gd name="connsiteX50" fmla="*/ 2768188 w 5504302"/>
                <a:gd name="connsiteY50" fmla="*/ 1054819 h 1054818"/>
                <a:gd name="connsiteX51" fmla="*/ 2711694 w 5504302"/>
                <a:gd name="connsiteY51" fmla="*/ 1054819 h 1054818"/>
                <a:gd name="connsiteX52" fmla="*/ 2655200 w 5504302"/>
                <a:gd name="connsiteY52" fmla="*/ 1054819 h 1054818"/>
                <a:gd name="connsiteX53" fmla="*/ 2598707 w 5504302"/>
                <a:gd name="connsiteY53" fmla="*/ 1054819 h 1054818"/>
                <a:gd name="connsiteX54" fmla="*/ 2542213 w 5504302"/>
                <a:gd name="connsiteY54" fmla="*/ 1054819 h 1054818"/>
                <a:gd name="connsiteX55" fmla="*/ 2485719 w 5504302"/>
                <a:gd name="connsiteY55" fmla="*/ 1054819 h 1054818"/>
                <a:gd name="connsiteX56" fmla="*/ 2429226 w 5504302"/>
                <a:gd name="connsiteY56" fmla="*/ 1054819 h 1054818"/>
                <a:gd name="connsiteX57" fmla="*/ 2372732 w 5504302"/>
                <a:gd name="connsiteY57" fmla="*/ 1054819 h 1054818"/>
                <a:gd name="connsiteX58" fmla="*/ 2316238 w 5504302"/>
                <a:gd name="connsiteY58" fmla="*/ 1054819 h 1054818"/>
                <a:gd name="connsiteX59" fmla="*/ 2259745 w 5504302"/>
                <a:gd name="connsiteY59" fmla="*/ 1054819 h 1054818"/>
                <a:gd name="connsiteX60" fmla="*/ 2203251 w 5504302"/>
                <a:gd name="connsiteY60" fmla="*/ 1054819 h 1054818"/>
                <a:gd name="connsiteX61" fmla="*/ 2146758 w 5504302"/>
                <a:gd name="connsiteY61" fmla="*/ 1054819 h 1054818"/>
                <a:gd name="connsiteX62" fmla="*/ 2090264 w 5504302"/>
                <a:gd name="connsiteY62" fmla="*/ 1054819 h 1054818"/>
                <a:gd name="connsiteX63" fmla="*/ 2033770 w 5504302"/>
                <a:gd name="connsiteY63" fmla="*/ 1054819 h 1054818"/>
                <a:gd name="connsiteX64" fmla="*/ 1977277 w 5504302"/>
                <a:gd name="connsiteY64" fmla="*/ 1054819 h 1054818"/>
                <a:gd name="connsiteX65" fmla="*/ 1920783 w 5504302"/>
                <a:gd name="connsiteY65" fmla="*/ 1054819 h 1054818"/>
                <a:gd name="connsiteX66" fmla="*/ 1864290 w 5504302"/>
                <a:gd name="connsiteY66" fmla="*/ 1054819 h 1054818"/>
                <a:gd name="connsiteX67" fmla="*/ 1807796 w 5504302"/>
                <a:gd name="connsiteY67" fmla="*/ 1054819 h 1054818"/>
                <a:gd name="connsiteX68" fmla="*/ 1751302 w 5504302"/>
                <a:gd name="connsiteY68" fmla="*/ 1054819 h 1054818"/>
                <a:gd name="connsiteX69" fmla="*/ 1694809 w 5504302"/>
                <a:gd name="connsiteY69" fmla="*/ 1054819 h 1054818"/>
                <a:gd name="connsiteX70" fmla="*/ 1638315 w 5504302"/>
                <a:gd name="connsiteY70" fmla="*/ 1054819 h 1054818"/>
                <a:gd name="connsiteX71" fmla="*/ 1581821 w 5504302"/>
                <a:gd name="connsiteY71" fmla="*/ 1054819 h 1054818"/>
                <a:gd name="connsiteX72" fmla="*/ 1525328 w 5504302"/>
                <a:gd name="connsiteY72" fmla="*/ 1054819 h 1054818"/>
                <a:gd name="connsiteX73" fmla="*/ 1468834 w 5504302"/>
                <a:gd name="connsiteY73" fmla="*/ 1054819 h 1054818"/>
                <a:gd name="connsiteX74" fmla="*/ 1412340 w 5504302"/>
                <a:gd name="connsiteY74" fmla="*/ 1054819 h 1054818"/>
                <a:gd name="connsiteX75" fmla="*/ 1355847 w 5504302"/>
                <a:gd name="connsiteY75" fmla="*/ 1054819 h 1054818"/>
                <a:gd name="connsiteX76" fmla="*/ 1299353 w 5504302"/>
                <a:gd name="connsiteY76" fmla="*/ 1054819 h 1054818"/>
                <a:gd name="connsiteX77" fmla="*/ 1242860 w 5504302"/>
                <a:gd name="connsiteY77" fmla="*/ 1054819 h 1054818"/>
                <a:gd name="connsiteX78" fmla="*/ 1186366 w 5504302"/>
                <a:gd name="connsiteY78" fmla="*/ 1054819 h 1054818"/>
                <a:gd name="connsiteX79" fmla="*/ 1129872 w 5504302"/>
                <a:gd name="connsiteY79" fmla="*/ 1054819 h 1054818"/>
                <a:gd name="connsiteX80" fmla="*/ 1073379 w 5504302"/>
                <a:gd name="connsiteY80" fmla="*/ 1054819 h 1054818"/>
                <a:gd name="connsiteX81" fmla="*/ 1016885 w 5504302"/>
                <a:gd name="connsiteY81" fmla="*/ 1054819 h 1054818"/>
                <a:gd name="connsiteX82" fmla="*/ 960392 w 5504302"/>
                <a:gd name="connsiteY82" fmla="*/ 1054819 h 1054818"/>
                <a:gd name="connsiteX83" fmla="*/ 903898 w 5504302"/>
                <a:gd name="connsiteY83" fmla="*/ 1054819 h 1054818"/>
                <a:gd name="connsiteX84" fmla="*/ 847404 w 5504302"/>
                <a:gd name="connsiteY84" fmla="*/ 1054819 h 1054818"/>
                <a:gd name="connsiteX85" fmla="*/ 790911 w 5504302"/>
                <a:gd name="connsiteY85" fmla="*/ 1054819 h 1054818"/>
                <a:gd name="connsiteX86" fmla="*/ 734417 w 5504302"/>
                <a:gd name="connsiteY86" fmla="*/ 1054819 h 1054818"/>
                <a:gd name="connsiteX87" fmla="*/ 677923 w 5504302"/>
                <a:gd name="connsiteY87" fmla="*/ 1054819 h 1054818"/>
                <a:gd name="connsiteX88" fmla="*/ 621430 w 5504302"/>
                <a:gd name="connsiteY88" fmla="*/ 1054819 h 1054818"/>
                <a:gd name="connsiteX89" fmla="*/ 564936 w 5504302"/>
                <a:gd name="connsiteY89" fmla="*/ 1054819 h 1054818"/>
                <a:gd name="connsiteX90" fmla="*/ 508443 w 5504302"/>
                <a:gd name="connsiteY90" fmla="*/ 1054819 h 1054818"/>
                <a:gd name="connsiteX91" fmla="*/ 451949 w 5504302"/>
                <a:gd name="connsiteY91" fmla="*/ 1054819 h 1054818"/>
                <a:gd name="connsiteX92" fmla="*/ 395455 w 5504302"/>
                <a:gd name="connsiteY92" fmla="*/ 1054819 h 1054818"/>
                <a:gd name="connsiteX93" fmla="*/ 338962 w 5504302"/>
                <a:gd name="connsiteY93" fmla="*/ 1054819 h 1054818"/>
                <a:gd name="connsiteX94" fmla="*/ 282468 w 5504302"/>
                <a:gd name="connsiteY94" fmla="*/ 1054819 h 1054818"/>
                <a:gd name="connsiteX95" fmla="*/ 225974 w 5504302"/>
                <a:gd name="connsiteY95" fmla="*/ 1054819 h 1054818"/>
                <a:gd name="connsiteX96" fmla="*/ 169481 w 5504302"/>
                <a:gd name="connsiteY96" fmla="*/ 1054819 h 1054818"/>
                <a:gd name="connsiteX97" fmla="*/ 112987 w 5504302"/>
                <a:gd name="connsiteY97" fmla="*/ 1054819 h 1054818"/>
                <a:gd name="connsiteX98" fmla="*/ 56494 w 5504302"/>
                <a:gd name="connsiteY98" fmla="*/ 1054819 h 1054818"/>
                <a:gd name="connsiteX99" fmla="*/ 0 w 5504302"/>
                <a:gd name="connsiteY99" fmla="*/ 1054819 h 1054818"/>
                <a:gd name="connsiteX0" fmla="*/ 5504303 w 5507358"/>
                <a:gd name="connsiteY0" fmla="*/ 2357 h 1057176"/>
                <a:gd name="connsiteX1" fmla="*/ 5507358 w 5507358"/>
                <a:gd name="connsiteY1" fmla="*/ 0 h 1057176"/>
                <a:gd name="connsiteX2" fmla="*/ 5462927 w 5507358"/>
                <a:gd name="connsiteY2" fmla="*/ 105474 h 1057176"/>
                <a:gd name="connsiteX3" fmla="*/ 5420381 w 5507358"/>
                <a:gd name="connsiteY3" fmla="*/ 208843 h 1057176"/>
                <a:gd name="connsiteX4" fmla="*/ 5376592 w 5507358"/>
                <a:gd name="connsiteY4" fmla="*/ 312421 h 1057176"/>
                <a:gd name="connsiteX5" fmla="*/ 5331483 w 5507358"/>
                <a:gd name="connsiteY5" fmla="*/ 416156 h 1057176"/>
                <a:gd name="connsiteX6" fmla="*/ 5284967 w 5507358"/>
                <a:gd name="connsiteY6" fmla="*/ 519979 h 1057176"/>
                <a:gd name="connsiteX7" fmla="*/ 5236951 w 5507358"/>
                <a:gd name="connsiteY7" fmla="*/ 623799 h 1057176"/>
                <a:gd name="connsiteX8" fmla="*/ 5187335 w 5507358"/>
                <a:gd name="connsiteY8" fmla="*/ 727493 h 1057176"/>
                <a:gd name="connsiteX9" fmla="*/ 5136015 w 5507358"/>
                <a:gd name="connsiteY9" fmla="*/ 830882 h 1057176"/>
                <a:gd name="connsiteX10" fmla="*/ 5082895 w 5507358"/>
                <a:gd name="connsiteY10" fmla="*/ 933688 h 1057176"/>
                <a:gd name="connsiteX11" fmla="*/ 5027880 w 5507358"/>
                <a:gd name="connsiteY11" fmla="*/ 1035415 h 1057176"/>
                <a:gd name="connsiteX12" fmla="*/ 4971438 w 5507358"/>
                <a:gd name="connsiteY12" fmla="*/ 1057176 h 1057176"/>
                <a:gd name="connsiteX13" fmla="*/ 4914945 w 5507358"/>
                <a:gd name="connsiteY13" fmla="*/ 1057176 h 1057176"/>
                <a:gd name="connsiteX14" fmla="*/ 4858451 w 5507358"/>
                <a:gd name="connsiteY14" fmla="*/ 1057176 h 1057176"/>
                <a:gd name="connsiteX15" fmla="*/ 4801958 w 5507358"/>
                <a:gd name="connsiteY15" fmla="*/ 1057176 h 1057176"/>
                <a:gd name="connsiteX16" fmla="*/ 4745465 w 5507358"/>
                <a:gd name="connsiteY16" fmla="*/ 1057176 h 1057176"/>
                <a:gd name="connsiteX17" fmla="*/ 4688971 w 5507358"/>
                <a:gd name="connsiteY17" fmla="*/ 1057176 h 1057176"/>
                <a:gd name="connsiteX18" fmla="*/ 4632477 w 5507358"/>
                <a:gd name="connsiteY18" fmla="*/ 1057176 h 1057176"/>
                <a:gd name="connsiteX19" fmla="*/ 4575984 w 5507358"/>
                <a:gd name="connsiteY19" fmla="*/ 1057176 h 1057176"/>
                <a:gd name="connsiteX20" fmla="*/ 4519490 w 5507358"/>
                <a:gd name="connsiteY20" fmla="*/ 1057176 h 1057176"/>
                <a:gd name="connsiteX21" fmla="*/ 4462996 w 5507358"/>
                <a:gd name="connsiteY21" fmla="*/ 1057176 h 1057176"/>
                <a:gd name="connsiteX22" fmla="*/ 4406503 w 5507358"/>
                <a:gd name="connsiteY22" fmla="*/ 1057176 h 1057176"/>
                <a:gd name="connsiteX23" fmla="*/ 4350009 w 5507358"/>
                <a:gd name="connsiteY23" fmla="*/ 1057176 h 1057176"/>
                <a:gd name="connsiteX24" fmla="*/ 4293515 w 5507358"/>
                <a:gd name="connsiteY24" fmla="*/ 1057176 h 1057176"/>
                <a:gd name="connsiteX25" fmla="*/ 4237022 w 5507358"/>
                <a:gd name="connsiteY25" fmla="*/ 1057176 h 1057176"/>
                <a:gd name="connsiteX26" fmla="*/ 4180528 w 5507358"/>
                <a:gd name="connsiteY26" fmla="*/ 1057176 h 1057176"/>
                <a:gd name="connsiteX27" fmla="*/ 4124034 w 5507358"/>
                <a:gd name="connsiteY27" fmla="*/ 1057176 h 1057176"/>
                <a:gd name="connsiteX28" fmla="*/ 4067541 w 5507358"/>
                <a:gd name="connsiteY28" fmla="*/ 1057176 h 1057176"/>
                <a:gd name="connsiteX29" fmla="*/ 4011047 w 5507358"/>
                <a:gd name="connsiteY29" fmla="*/ 1057176 h 1057176"/>
                <a:gd name="connsiteX30" fmla="*/ 3954553 w 5507358"/>
                <a:gd name="connsiteY30" fmla="*/ 1057176 h 1057176"/>
                <a:gd name="connsiteX31" fmla="*/ 3898060 w 5507358"/>
                <a:gd name="connsiteY31" fmla="*/ 1057176 h 1057176"/>
                <a:gd name="connsiteX32" fmla="*/ 3841566 w 5507358"/>
                <a:gd name="connsiteY32" fmla="*/ 1057176 h 1057176"/>
                <a:gd name="connsiteX33" fmla="*/ 3785073 w 5507358"/>
                <a:gd name="connsiteY33" fmla="*/ 1057176 h 1057176"/>
                <a:gd name="connsiteX34" fmla="*/ 3728579 w 5507358"/>
                <a:gd name="connsiteY34" fmla="*/ 1057176 h 1057176"/>
                <a:gd name="connsiteX35" fmla="*/ 3672085 w 5507358"/>
                <a:gd name="connsiteY35" fmla="*/ 1057176 h 1057176"/>
                <a:gd name="connsiteX36" fmla="*/ 3615592 w 5507358"/>
                <a:gd name="connsiteY36" fmla="*/ 1057176 h 1057176"/>
                <a:gd name="connsiteX37" fmla="*/ 3559098 w 5507358"/>
                <a:gd name="connsiteY37" fmla="*/ 1057176 h 1057176"/>
                <a:gd name="connsiteX38" fmla="*/ 3502605 w 5507358"/>
                <a:gd name="connsiteY38" fmla="*/ 1057176 h 1057176"/>
                <a:gd name="connsiteX39" fmla="*/ 3446111 w 5507358"/>
                <a:gd name="connsiteY39" fmla="*/ 1057176 h 1057176"/>
                <a:gd name="connsiteX40" fmla="*/ 3389617 w 5507358"/>
                <a:gd name="connsiteY40" fmla="*/ 1057176 h 1057176"/>
                <a:gd name="connsiteX41" fmla="*/ 3333124 w 5507358"/>
                <a:gd name="connsiteY41" fmla="*/ 1057176 h 1057176"/>
                <a:gd name="connsiteX42" fmla="*/ 3276630 w 5507358"/>
                <a:gd name="connsiteY42" fmla="*/ 1057176 h 1057176"/>
                <a:gd name="connsiteX43" fmla="*/ 3220136 w 5507358"/>
                <a:gd name="connsiteY43" fmla="*/ 1057176 h 1057176"/>
                <a:gd name="connsiteX44" fmla="*/ 3163643 w 5507358"/>
                <a:gd name="connsiteY44" fmla="*/ 1057176 h 1057176"/>
                <a:gd name="connsiteX45" fmla="*/ 3107149 w 5507358"/>
                <a:gd name="connsiteY45" fmla="*/ 1057176 h 1057176"/>
                <a:gd name="connsiteX46" fmla="*/ 3050655 w 5507358"/>
                <a:gd name="connsiteY46" fmla="*/ 1057176 h 1057176"/>
                <a:gd name="connsiteX47" fmla="*/ 2994162 w 5507358"/>
                <a:gd name="connsiteY47" fmla="*/ 1057176 h 1057176"/>
                <a:gd name="connsiteX48" fmla="*/ 2937668 w 5507358"/>
                <a:gd name="connsiteY48" fmla="*/ 1057176 h 1057176"/>
                <a:gd name="connsiteX49" fmla="*/ 2881175 w 5507358"/>
                <a:gd name="connsiteY49" fmla="*/ 1057176 h 1057176"/>
                <a:gd name="connsiteX50" fmla="*/ 2824681 w 5507358"/>
                <a:gd name="connsiteY50" fmla="*/ 1057176 h 1057176"/>
                <a:gd name="connsiteX51" fmla="*/ 2768188 w 5507358"/>
                <a:gd name="connsiteY51" fmla="*/ 1057176 h 1057176"/>
                <a:gd name="connsiteX52" fmla="*/ 2711694 w 5507358"/>
                <a:gd name="connsiteY52" fmla="*/ 1057176 h 1057176"/>
                <a:gd name="connsiteX53" fmla="*/ 2655200 w 5507358"/>
                <a:gd name="connsiteY53" fmla="*/ 1057176 h 1057176"/>
                <a:gd name="connsiteX54" fmla="*/ 2598707 w 5507358"/>
                <a:gd name="connsiteY54" fmla="*/ 1057176 h 1057176"/>
                <a:gd name="connsiteX55" fmla="*/ 2542213 w 5507358"/>
                <a:gd name="connsiteY55" fmla="*/ 1057176 h 1057176"/>
                <a:gd name="connsiteX56" fmla="*/ 2485719 w 5507358"/>
                <a:gd name="connsiteY56" fmla="*/ 1057176 h 1057176"/>
                <a:gd name="connsiteX57" fmla="*/ 2429226 w 5507358"/>
                <a:gd name="connsiteY57" fmla="*/ 1057176 h 1057176"/>
                <a:gd name="connsiteX58" fmla="*/ 2372732 w 5507358"/>
                <a:gd name="connsiteY58" fmla="*/ 1057176 h 1057176"/>
                <a:gd name="connsiteX59" fmla="*/ 2316238 w 5507358"/>
                <a:gd name="connsiteY59" fmla="*/ 1057176 h 1057176"/>
                <a:gd name="connsiteX60" fmla="*/ 2259745 w 5507358"/>
                <a:gd name="connsiteY60" fmla="*/ 1057176 h 1057176"/>
                <a:gd name="connsiteX61" fmla="*/ 2203251 w 5507358"/>
                <a:gd name="connsiteY61" fmla="*/ 1057176 h 1057176"/>
                <a:gd name="connsiteX62" fmla="*/ 2146758 w 5507358"/>
                <a:gd name="connsiteY62" fmla="*/ 1057176 h 1057176"/>
                <a:gd name="connsiteX63" fmla="*/ 2090264 w 5507358"/>
                <a:gd name="connsiteY63" fmla="*/ 1057176 h 1057176"/>
                <a:gd name="connsiteX64" fmla="*/ 2033770 w 5507358"/>
                <a:gd name="connsiteY64" fmla="*/ 1057176 h 1057176"/>
                <a:gd name="connsiteX65" fmla="*/ 1977277 w 5507358"/>
                <a:gd name="connsiteY65" fmla="*/ 1057176 h 1057176"/>
                <a:gd name="connsiteX66" fmla="*/ 1920783 w 5507358"/>
                <a:gd name="connsiteY66" fmla="*/ 1057176 h 1057176"/>
                <a:gd name="connsiteX67" fmla="*/ 1864290 w 5507358"/>
                <a:gd name="connsiteY67" fmla="*/ 1057176 h 1057176"/>
                <a:gd name="connsiteX68" fmla="*/ 1807796 w 5507358"/>
                <a:gd name="connsiteY68" fmla="*/ 1057176 h 1057176"/>
                <a:gd name="connsiteX69" fmla="*/ 1751302 w 5507358"/>
                <a:gd name="connsiteY69" fmla="*/ 1057176 h 1057176"/>
                <a:gd name="connsiteX70" fmla="*/ 1694809 w 5507358"/>
                <a:gd name="connsiteY70" fmla="*/ 1057176 h 1057176"/>
                <a:gd name="connsiteX71" fmla="*/ 1638315 w 5507358"/>
                <a:gd name="connsiteY71" fmla="*/ 1057176 h 1057176"/>
                <a:gd name="connsiteX72" fmla="*/ 1581821 w 5507358"/>
                <a:gd name="connsiteY72" fmla="*/ 1057176 h 1057176"/>
                <a:gd name="connsiteX73" fmla="*/ 1525328 w 5507358"/>
                <a:gd name="connsiteY73" fmla="*/ 1057176 h 1057176"/>
                <a:gd name="connsiteX74" fmla="*/ 1468834 w 5507358"/>
                <a:gd name="connsiteY74" fmla="*/ 1057176 h 1057176"/>
                <a:gd name="connsiteX75" fmla="*/ 1412340 w 5507358"/>
                <a:gd name="connsiteY75" fmla="*/ 1057176 h 1057176"/>
                <a:gd name="connsiteX76" fmla="*/ 1355847 w 5507358"/>
                <a:gd name="connsiteY76" fmla="*/ 1057176 h 1057176"/>
                <a:gd name="connsiteX77" fmla="*/ 1299353 w 5507358"/>
                <a:gd name="connsiteY77" fmla="*/ 1057176 h 1057176"/>
                <a:gd name="connsiteX78" fmla="*/ 1242860 w 5507358"/>
                <a:gd name="connsiteY78" fmla="*/ 1057176 h 1057176"/>
                <a:gd name="connsiteX79" fmla="*/ 1186366 w 5507358"/>
                <a:gd name="connsiteY79" fmla="*/ 1057176 h 1057176"/>
                <a:gd name="connsiteX80" fmla="*/ 1129872 w 5507358"/>
                <a:gd name="connsiteY80" fmla="*/ 1057176 h 1057176"/>
                <a:gd name="connsiteX81" fmla="*/ 1073379 w 5507358"/>
                <a:gd name="connsiteY81" fmla="*/ 1057176 h 1057176"/>
                <a:gd name="connsiteX82" fmla="*/ 1016885 w 5507358"/>
                <a:gd name="connsiteY82" fmla="*/ 1057176 h 1057176"/>
                <a:gd name="connsiteX83" fmla="*/ 960392 w 5507358"/>
                <a:gd name="connsiteY83" fmla="*/ 1057176 h 1057176"/>
                <a:gd name="connsiteX84" fmla="*/ 903898 w 5507358"/>
                <a:gd name="connsiteY84" fmla="*/ 1057176 h 1057176"/>
                <a:gd name="connsiteX85" fmla="*/ 847404 w 5507358"/>
                <a:gd name="connsiteY85" fmla="*/ 1057176 h 1057176"/>
                <a:gd name="connsiteX86" fmla="*/ 790911 w 5507358"/>
                <a:gd name="connsiteY86" fmla="*/ 1057176 h 1057176"/>
                <a:gd name="connsiteX87" fmla="*/ 734417 w 5507358"/>
                <a:gd name="connsiteY87" fmla="*/ 1057176 h 1057176"/>
                <a:gd name="connsiteX88" fmla="*/ 677923 w 5507358"/>
                <a:gd name="connsiteY88" fmla="*/ 1057176 h 1057176"/>
                <a:gd name="connsiteX89" fmla="*/ 621430 w 5507358"/>
                <a:gd name="connsiteY89" fmla="*/ 1057176 h 1057176"/>
                <a:gd name="connsiteX90" fmla="*/ 564936 w 5507358"/>
                <a:gd name="connsiteY90" fmla="*/ 1057176 h 1057176"/>
                <a:gd name="connsiteX91" fmla="*/ 508443 w 5507358"/>
                <a:gd name="connsiteY91" fmla="*/ 1057176 h 1057176"/>
                <a:gd name="connsiteX92" fmla="*/ 451949 w 5507358"/>
                <a:gd name="connsiteY92" fmla="*/ 1057176 h 1057176"/>
                <a:gd name="connsiteX93" fmla="*/ 395455 w 5507358"/>
                <a:gd name="connsiteY93" fmla="*/ 1057176 h 1057176"/>
                <a:gd name="connsiteX94" fmla="*/ 338962 w 5507358"/>
                <a:gd name="connsiteY94" fmla="*/ 1057176 h 1057176"/>
                <a:gd name="connsiteX95" fmla="*/ 282468 w 5507358"/>
                <a:gd name="connsiteY95" fmla="*/ 1057176 h 1057176"/>
                <a:gd name="connsiteX96" fmla="*/ 225974 w 5507358"/>
                <a:gd name="connsiteY96" fmla="*/ 1057176 h 1057176"/>
                <a:gd name="connsiteX97" fmla="*/ 169481 w 5507358"/>
                <a:gd name="connsiteY97" fmla="*/ 1057176 h 1057176"/>
                <a:gd name="connsiteX98" fmla="*/ 112987 w 5507358"/>
                <a:gd name="connsiteY98" fmla="*/ 1057176 h 1057176"/>
                <a:gd name="connsiteX99" fmla="*/ 56494 w 5507358"/>
                <a:gd name="connsiteY99" fmla="*/ 1057176 h 1057176"/>
                <a:gd name="connsiteX100" fmla="*/ 0 w 5507358"/>
                <a:gd name="connsiteY100" fmla="*/ 1057176 h 1057176"/>
                <a:gd name="connsiteX0" fmla="*/ 5504303 w 5608947"/>
                <a:gd name="connsiteY0" fmla="*/ 0 h 1054819"/>
                <a:gd name="connsiteX1" fmla="*/ 5608947 w 5608947"/>
                <a:gd name="connsiteY1" fmla="*/ 3992 h 1054819"/>
                <a:gd name="connsiteX2" fmla="*/ 5462927 w 5608947"/>
                <a:gd name="connsiteY2" fmla="*/ 103117 h 1054819"/>
                <a:gd name="connsiteX3" fmla="*/ 5420381 w 5608947"/>
                <a:gd name="connsiteY3" fmla="*/ 206486 h 1054819"/>
                <a:gd name="connsiteX4" fmla="*/ 5376592 w 5608947"/>
                <a:gd name="connsiteY4" fmla="*/ 310064 h 1054819"/>
                <a:gd name="connsiteX5" fmla="*/ 5331483 w 5608947"/>
                <a:gd name="connsiteY5" fmla="*/ 413799 h 1054819"/>
                <a:gd name="connsiteX6" fmla="*/ 5284967 w 5608947"/>
                <a:gd name="connsiteY6" fmla="*/ 517622 h 1054819"/>
                <a:gd name="connsiteX7" fmla="*/ 5236951 w 5608947"/>
                <a:gd name="connsiteY7" fmla="*/ 621442 h 1054819"/>
                <a:gd name="connsiteX8" fmla="*/ 5187335 w 5608947"/>
                <a:gd name="connsiteY8" fmla="*/ 725136 h 1054819"/>
                <a:gd name="connsiteX9" fmla="*/ 5136015 w 5608947"/>
                <a:gd name="connsiteY9" fmla="*/ 828525 h 1054819"/>
                <a:gd name="connsiteX10" fmla="*/ 5082895 w 5608947"/>
                <a:gd name="connsiteY10" fmla="*/ 931331 h 1054819"/>
                <a:gd name="connsiteX11" fmla="*/ 5027880 w 5608947"/>
                <a:gd name="connsiteY11" fmla="*/ 1033058 h 1054819"/>
                <a:gd name="connsiteX12" fmla="*/ 4971438 w 5608947"/>
                <a:gd name="connsiteY12" fmla="*/ 1054819 h 1054819"/>
                <a:gd name="connsiteX13" fmla="*/ 4914945 w 5608947"/>
                <a:gd name="connsiteY13" fmla="*/ 1054819 h 1054819"/>
                <a:gd name="connsiteX14" fmla="*/ 4858451 w 5608947"/>
                <a:gd name="connsiteY14" fmla="*/ 1054819 h 1054819"/>
                <a:gd name="connsiteX15" fmla="*/ 4801958 w 5608947"/>
                <a:gd name="connsiteY15" fmla="*/ 1054819 h 1054819"/>
                <a:gd name="connsiteX16" fmla="*/ 4745465 w 5608947"/>
                <a:gd name="connsiteY16" fmla="*/ 1054819 h 1054819"/>
                <a:gd name="connsiteX17" fmla="*/ 4688971 w 5608947"/>
                <a:gd name="connsiteY17" fmla="*/ 1054819 h 1054819"/>
                <a:gd name="connsiteX18" fmla="*/ 4632477 w 5608947"/>
                <a:gd name="connsiteY18" fmla="*/ 1054819 h 1054819"/>
                <a:gd name="connsiteX19" fmla="*/ 4575984 w 5608947"/>
                <a:gd name="connsiteY19" fmla="*/ 1054819 h 1054819"/>
                <a:gd name="connsiteX20" fmla="*/ 4519490 w 5608947"/>
                <a:gd name="connsiteY20" fmla="*/ 1054819 h 1054819"/>
                <a:gd name="connsiteX21" fmla="*/ 4462996 w 5608947"/>
                <a:gd name="connsiteY21" fmla="*/ 1054819 h 1054819"/>
                <a:gd name="connsiteX22" fmla="*/ 4406503 w 5608947"/>
                <a:gd name="connsiteY22" fmla="*/ 1054819 h 1054819"/>
                <a:gd name="connsiteX23" fmla="*/ 4350009 w 5608947"/>
                <a:gd name="connsiteY23" fmla="*/ 1054819 h 1054819"/>
                <a:gd name="connsiteX24" fmla="*/ 4293515 w 5608947"/>
                <a:gd name="connsiteY24" fmla="*/ 1054819 h 1054819"/>
                <a:gd name="connsiteX25" fmla="*/ 4237022 w 5608947"/>
                <a:gd name="connsiteY25" fmla="*/ 1054819 h 1054819"/>
                <a:gd name="connsiteX26" fmla="*/ 4180528 w 5608947"/>
                <a:gd name="connsiteY26" fmla="*/ 1054819 h 1054819"/>
                <a:gd name="connsiteX27" fmla="*/ 4124034 w 5608947"/>
                <a:gd name="connsiteY27" fmla="*/ 1054819 h 1054819"/>
                <a:gd name="connsiteX28" fmla="*/ 4067541 w 5608947"/>
                <a:gd name="connsiteY28" fmla="*/ 1054819 h 1054819"/>
                <a:gd name="connsiteX29" fmla="*/ 4011047 w 5608947"/>
                <a:gd name="connsiteY29" fmla="*/ 1054819 h 1054819"/>
                <a:gd name="connsiteX30" fmla="*/ 3954553 w 5608947"/>
                <a:gd name="connsiteY30" fmla="*/ 1054819 h 1054819"/>
                <a:gd name="connsiteX31" fmla="*/ 3898060 w 5608947"/>
                <a:gd name="connsiteY31" fmla="*/ 1054819 h 1054819"/>
                <a:gd name="connsiteX32" fmla="*/ 3841566 w 5608947"/>
                <a:gd name="connsiteY32" fmla="*/ 1054819 h 1054819"/>
                <a:gd name="connsiteX33" fmla="*/ 3785073 w 5608947"/>
                <a:gd name="connsiteY33" fmla="*/ 1054819 h 1054819"/>
                <a:gd name="connsiteX34" fmla="*/ 3728579 w 5608947"/>
                <a:gd name="connsiteY34" fmla="*/ 1054819 h 1054819"/>
                <a:gd name="connsiteX35" fmla="*/ 3672085 w 5608947"/>
                <a:gd name="connsiteY35" fmla="*/ 1054819 h 1054819"/>
                <a:gd name="connsiteX36" fmla="*/ 3615592 w 5608947"/>
                <a:gd name="connsiteY36" fmla="*/ 1054819 h 1054819"/>
                <a:gd name="connsiteX37" fmla="*/ 3559098 w 5608947"/>
                <a:gd name="connsiteY37" fmla="*/ 1054819 h 1054819"/>
                <a:gd name="connsiteX38" fmla="*/ 3502605 w 5608947"/>
                <a:gd name="connsiteY38" fmla="*/ 1054819 h 1054819"/>
                <a:gd name="connsiteX39" fmla="*/ 3446111 w 5608947"/>
                <a:gd name="connsiteY39" fmla="*/ 1054819 h 1054819"/>
                <a:gd name="connsiteX40" fmla="*/ 3389617 w 5608947"/>
                <a:gd name="connsiteY40" fmla="*/ 1054819 h 1054819"/>
                <a:gd name="connsiteX41" fmla="*/ 3333124 w 5608947"/>
                <a:gd name="connsiteY41" fmla="*/ 1054819 h 1054819"/>
                <a:gd name="connsiteX42" fmla="*/ 3276630 w 5608947"/>
                <a:gd name="connsiteY42" fmla="*/ 1054819 h 1054819"/>
                <a:gd name="connsiteX43" fmla="*/ 3220136 w 5608947"/>
                <a:gd name="connsiteY43" fmla="*/ 1054819 h 1054819"/>
                <a:gd name="connsiteX44" fmla="*/ 3163643 w 5608947"/>
                <a:gd name="connsiteY44" fmla="*/ 1054819 h 1054819"/>
                <a:gd name="connsiteX45" fmla="*/ 3107149 w 5608947"/>
                <a:gd name="connsiteY45" fmla="*/ 1054819 h 1054819"/>
                <a:gd name="connsiteX46" fmla="*/ 3050655 w 5608947"/>
                <a:gd name="connsiteY46" fmla="*/ 1054819 h 1054819"/>
                <a:gd name="connsiteX47" fmla="*/ 2994162 w 5608947"/>
                <a:gd name="connsiteY47" fmla="*/ 1054819 h 1054819"/>
                <a:gd name="connsiteX48" fmla="*/ 2937668 w 5608947"/>
                <a:gd name="connsiteY48" fmla="*/ 1054819 h 1054819"/>
                <a:gd name="connsiteX49" fmla="*/ 2881175 w 5608947"/>
                <a:gd name="connsiteY49" fmla="*/ 1054819 h 1054819"/>
                <a:gd name="connsiteX50" fmla="*/ 2824681 w 5608947"/>
                <a:gd name="connsiteY50" fmla="*/ 1054819 h 1054819"/>
                <a:gd name="connsiteX51" fmla="*/ 2768188 w 5608947"/>
                <a:gd name="connsiteY51" fmla="*/ 1054819 h 1054819"/>
                <a:gd name="connsiteX52" fmla="*/ 2711694 w 5608947"/>
                <a:gd name="connsiteY52" fmla="*/ 1054819 h 1054819"/>
                <a:gd name="connsiteX53" fmla="*/ 2655200 w 5608947"/>
                <a:gd name="connsiteY53" fmla="*/ 1054819 h 1054819"/>
                <a:gd name="connsiteX54" fmla="*/ 2598707 w 5608947"/>
                <a:gd name="connsiteY54" fmla="*/ 1054819 h 1054819"/>
                <a:gd name="connsiteX55" fmla="*/ 2542213 w 5608947"/>
                <a:gd name="connsiteY55" fmla="*/ 1054819 h 1054819"/>
                <a:gd name="connsiteX56" fmla="*/ 2485719 w 5608947"/>
                <a:gd name="connsiteY56" fmla="*/ 1054819 h 1054819"/>
                <a:gd name="connsiteX57" fmla="*/ 2429226 w 5608947"/>
                <a:gd name="connsiteY57" fmla="*/ 1054819 h 1054819"/>
                <a:gd name="connsiteX58" fmla="*/ 2372732 w 5608947"/>
                <a:gd name="connsiteY58" fmla="*/ 1054819 h 1054819"/>
                <a:gd name="connsiteX59" fmla="*/ 2316238 w 5608947"/>
                <a:gd name="connsiteY59" fmla="*/ 1054819 h 1054819"/>
                <a:gd name="connsiteX60" fmla="*/ 2259745 w 5608947"/>
                <a:gd name="connsiteY60" fmla="*/ 1054819 h 1054819"/>
                <a:gd name="connsiteX61" fmla="*/ 2203251 w 5608947"/>
                <a:gd name="connsiteY61" fmla="*/ 1054819 h 1054819"/>
                <a:gd name="connsiteX62" fmla="*/ 2146758 w 5608947"/>
                <a:gd name="connsiteY62" fmla="*/ 1054819 h 1054819"/>
                <a:gd name="connsiteX63" fmla="*/ 2090264 w 5608947"/>
                <a:gd name="connsiteY63" fmla="*/ 1054819 h 1054819"/>
                <a:gd name="connsiteX64" fmla="*/ 2033770 w 5608947"/>
                <a:gd name="connsiteY64" fmla="*/ 1054819 h 1054819"/>
                <a:gd name="connsiteX65" fmla="*/ 1977277 w 5608947"/>
                <a:gd name="connsiteY65" fmla="*/ 1054819 h 1054819"/>
                <a:gd name="connsiteX66" fmla="*/ 1920783 w 5608947"/>
                <a:gd name="connsiteY66" fmla="*/ 1054819 h 1054819"/>
                <a:gd name="connsiteX67" fmla="*/ 1864290 w 5608947"/>
                <a:gd name="connsiteY67" fmla="*/ 1054819 h 1054819"/>
                <a:gd name="connsiteX68" fmla="*/ 1807796 w 5608947"/>
                <a:gd name="connsiteY68" fmla="*/ 1054819 h 1054819"/>
                <a:gd name="connsiteX69" fmla="*/ 1751302 w 5608947"/>
                <a:gd name="connsiteY69" fmla="*/ 1054819 h 1054819"/>
                <a:gd name="connsiteX70" fmla="*/ 1694809 w 5608947"/>
                <a:gd name="connsiteY70" fmla="*/ 1054819 h 1054819"/>
                <a:gd name="connsiteX71" fmla="*/ 1638315 w 5608947"/>
                <a:gd name="connsiteY71" fmla="*/ 1054819 h 1054819"/>
                <a:gd name="connsiteX72" fmla="*/ 1581821 w 5608947"/>
                <a:gd name="connsiteY72" fmla="*/ 1054819 h 1054819"/>
                <a:gd name="connsiteX73" fmla="*/ 1525328 w 5608947"/>
                <a:gd name="connsiteY73" fmla="*/ 1054819 h 1054819"/>
                <a:gd name="connsiteX74" fmla="*/ 1468834 w 5608947"/>
                <a:gd name="connsiteY74" fmla="*/ 1054819 h 1054819"/>
                <a:gd name="connsiteX75" fmla="*/ 1412340 w 5608947"/>
                <a:gd name="connsiteY75" fmla="*/ 1054819 h 1054819"/>
                <a:gd name="connsiteX76" fmla="*/ 1355847 w 5608947"/>
                <a:gd name="connsiteY76" fmla="*/ 1054819 h 1054819"/>
                <a:gd name="connsiteX77" fmla="*/ 1299353 w 5608947"/>
                <a:gd name="connsiteY77" fmla="*/ 1054819 h 1054819"/>
                <a:gd name="connsiteX78" fmla="*/ 1242860 w 5608947"/>
                <a:gd name="connsiteY78" fmla="*/ 1054819 h 1054819"/>
                <a:gd name="connsiteX79" fmla="*/ 1186366 w 5608947"/>
                <a:gd name="connsiteY79" fmla="*/ 1054819 h 1054819"/>
                <a:gd name="connsiteX80" fmla="*/ 1129872 w 5608947"/>
                <a:gd name="connsiteY80" fmla="*/ 1054819 h 1054819"/>
                <a:gd name="connsiteX81" fmla="*/ 1073379 w 5608947"/>
                <a:gd name="connsiteY81" fmla="*/ 1054819 h 1054819"/>
                <a:gd name="connsiteX82" fmla="*/ 1016885 w 5608947"/>
                <a:gd name="connsiteY82" fmla="*/ 1054819 h 1054819"/>
                <a:gd name="connsiteX83" fmla="*/ 960392 w 5608947"/>
                <a:gd name="connsiteY83" fmla="*/ 1054819 h 1054819"/>
                <a:gd name="connsiteX84" fmla="*/ 903898 w 5608947"/>
                <a:gd name="connsiteY84" fmla="*/ 1054819 h 1054819"/>
                <a:gd name="connsiteX85" fmla="*/ 847404 w 5608947"/>
                <a:gd name="connsiteY85" fmla="*/ 1054819 h 1054819"/>
                <a:gd name="connsiteX86" fmla="*/ 790911 w 5608947"/>
                <a:gd name="connsiteY86" fmla="*/ 1054819 h 1054819"/>
                <a:gd name="connsiteX87" fmla="*/ 734417 w 5608947"/>
                <a:gd name="connsiteY87" fmla="*/ 1054819 h 1054819"/>
                <a:gd name="connsiteX88" fmla="*/ 677923 w 5608947"/>
                <a:gd name="connsiteY88" fmla="*/ 1054819 h 1054819"/>
                <a:gd name="connsiteX89" fmla="*/ 621430 w 5608947"/>
                <a:gd name="connsiteY89" fmla="*/ 1054819 h 1054819"/>
                <a:gd name="connsiteX90" fmla="*/ 564936 w 5608947"/>
                <a:gd name="connsiteY90" fmla="*/ 1054819 h 1054819"/>
                <a:gd name="connsiteX91" fmla="*/ 508443 w 5608947"/>
                <a:gd name="connsiteY91" fmla="*/ 1054819 h 1054819"/>
                <a:gd name="connsiteX92" fmla="*/ 451949 w 5608947"/>
                <a:gd name="connsiteY92" fmla="*/ 1054819 h 1054819"/>
                <a:gd name="connsiteX93" fmla="*/ 395455 w 5608947"/>
                <a:gd name="connsiteY93" fmla="*/ 1054819 h 1054819"/>
                <a:gd name="connsiteX94" fmla="*/ 338962 w 5608947"/>
                <a:gd name="connsiteY94" fmla="*/ 1054819 h 1054819"/>
                <a:gd name="connsiteX95" fmla="*/ 282468 w 5608947"/>
                <a:gd name="connsiteY95" fmla="*/ 1054819 h 1054819"/>
                <a:gd name="connsiteX96" fmla="*/ 225974 w 5608947"/>
                <a:gd name="connsiteY96" fmla="*/ 1054819 h 1054819"/>
                <a:gd name="connsiteX97" fmla="*/ 169481 w 5608947"/>
                <a:gd name="connsiteY97" fmla="*/ 1054819 h 1054819"/>
                <a:gd name="connsiteX98" fmla="*/ 112987 w 5608947"/>
                <a:gd name="connsiteY98" fmla="*/ 1054819 h 1054819"/>
                <a:gd name="connsiteX99" fmla="*/ 56494 w 5608947"/>
                <a:gd name="connsiteY99" fmla="*/ 1054819 h 1054819"/>
                <a:gd name="connsiteX100" fmla="*/ 0 w 5608947"/>
                <a:gd name="connsiteY100" fmla="*/ 1054819 h 1054819"/>
                <a:gd name="connsiteX0" fmla="*/ 5504303 w 5608947"/>
                <a:gd name="connsiteY0" fmla="*/ 0 h 1054819"/>
                <a:gd name="connsiteX1" fmla="*/ 5504184 w 5608947"/>
                <a:gd name="connsiteY1" fmla="*/ 818 h 1054819"/>
                <a:gd name="connsiteX2" fmla="*/ 5608947 w 5608947"/>
                <a:gd name="connsiteY2" fmla="*/ 3992 h 1054819"/>
                <a:gd name="connsiteX3" fmla="*/ 5462927 w 5608947"/>
                <a:gd name="connsiteY3" fmla="*/ 103117 h 1054819"/>
                <a:gd name="connsiteX4" fmla="*/ 5420381 w 5608947"/>
                <a:gd name="connsiteY4" fmla="*/ 206486 h 1054819"/>
                <a:gd name="connsiteX5" fmla="*/ 5376592 w 5608947"/>
                <a:gd name="connsiteY5" fmla="*/ 310064 h 1054819"/>
                <a:gd name="connsiteX6" fmla="*/ 5331483 w 5608947"/>
                <a:gd name="connsiteY6" fmla="*/ 413799 h 1054819"/>
                <a:gd name="connsiteX7" fmla="*/ 5284967 w 5608947"/>
                <a:gd name="connsiteY7" fmla="*/ 517622 h 1054819"/>
                <a:gd name="connsiteX8" fmla="*/ 5236951 w 5608947"/>
                <a:gd name="connsiteY8" fmla="*/ 621442 h 1054819"/>
                <a:gd name="connsiteX9" fmla="*/ 5187335 w 5608947"/>
                <a:gd name="connsiteY9" fmla="*/ 725136 h 1054819"/>
                <a:gd name="connsiteX10" fmla="*/ 5136015 w 5608947"/>
                <a:gd name="connsiteY10" fmla="*/ 828525 h 1054819"/>
                <a:gd name="connsiteX11" fmla="*/ 5082895 w 5608947"/>
                <a:gd name="connsiteY11" fmla="*/ 931331 h 1054819"/>
                <a:gd name="connsiteX12" fmla="*/ 5027880 w 5608947"/>
                <a:gd name="connsiteY12" fmla="*/ 1033058 h 1054819"/>
                <a:gd name="connsiteX13" fmla="*/ 4971438 w 5608947"/>
                <a:gd name="connsiteY13" fmla="*/ 1054819 h 1054819"/>
                <a:gd name="connsiteX14" fmla="*/ 4914945 w 5608947"/>
                <a:gd name="connsiteY14" fmla="*/ 1054819 h 1054819"/>
                <a:gd name="connsiteX15" fmla="*/ 4858451 w 5608947"/>
                <a:gd name="connsiteY15" fmla="*/ 1054819 h 1054819"/>
                <a:gd name="connsiteX16" fmla="*/ 4801958 w 5608947"/>
                <a:gd name="connsiteY16" fmla="*/ 1054819 h 1054819"/>
                <a:gd name="connsiteX17" fmla="*/ 4745465 w 5608947"/>
                <a:gd name="connsiteY17" fmla="*/ 1054819 h 1054819"/>
                <a:gd name="connsiteX18" fmla="*/ 4688971 w 5608947"/>
                <a:gd name="connsiteY18" fmla="*/ 1054819 h 1054819"/>
                <a:gd name="connsiteX19" fmla="*/ 4632477 w 5608947"/>
                <a:gd name="connsiteY19" fmla="*/ 1054819 h 1054819"/>
                <a:gd name="connsiteX20" fmla="*/ 4575984 w 5608947"/>
                <a:gd name="connsiteY20" fmla="*/ 1054819 h 1054819"/>
                <a:gd name="connsiteX21" fmla="*/ 4519490 w 5608947"/>
                <a:gd name="connsiteY21" fmla="*/ 1054819 h 1054819"/>
                <a:gd name="connsiteX22" fmla="*/ 4462996 w 5608947"/>
                <a:gd name="connsiteY22" fmla="*/ 1054819 h 1054819"/>
                <a:gd name="connsiteX23" fmla="*/ 4406503 w 5608947"/>
                <a:gd name="connsiteY23" fmla="*/ 1054819 h 1054819"/>
                <a:gd name="connsiteX24" fmla="*/ 4350009 w 5608947"/>
                <a:gd name="connsiteY24" fmla="*/ 1054819 h 1054819"/>
                <a:gd name="connsiteX25" fmla="*/ 4293515 w 5608947"/>
                <a:gd name="connsiteY25" fmla="*/ 1054819 h 1054819"/>
                <a:gd name="connsiteX26" fmla="*/ 4237022 w 5608947"/>
                <a:gd name="connsiteY26" fmla="*/ 1054819 h 1054819"/>
                <a:gd name="connsiteX27" fmla="*/ 4180528 w 5608947"/>
                <a:gd name="connsiteY27" fmla="*/ 1054819 h 1054819"/>
                <a:gd name="connsiteX28" fmla="*/ 4124034 w 5608947"/>
                <a:gd name="connsiteY28" fmla="*/ 1054819 h 1054819"/>
                <a:gd name="connsiteX29" fmla="*/ 4067541 w 5608947"/>
                <a:gd name="connsiteY29" fmla="*/ 1054819 h 1054819"/>
                <a:gd name="connsiteX30" fmla="*/ 4011047 w 5608947"/>
                <a:gd name="connsiteY30" fmla="*/ 1054819 h 1054819"/>
                <a:gd name="connsiteX31" fmla="*/ 3954553 w 5608947"/>
                <a:gd name="connsiteY31" fmla="*/ 1054819 h 1054819"/>
                <a:gd name="connsiteX32" fmla="*/ 3898060 w 5608947"/>
                <a:gd name="connsiteY32" fmla="*/ 1054819 h 1054819"/>
                <a:gd name="connsiteX33" fmla="*/ 3841566 w 5608947"/>
                <a:gd name="connsiteY33" fmla="*/ 1054819 h 1054819"/>
                <a:gd name="connsiteX34" fmla="*/ 3785073 w 5608947"/>
                <a:gd name="connsiteY34" fmla="*/ 1054819 h 1054819"/>
                <a:gd name="connsiteX35" fmla="*/ 3728579 w 5608947"/>
                <a:gd name="connsiteY35" fmla="*/ 1054819 h 1054819"/>
                <a:gd name="connsiteX36" fmla="*/ 3672085 w 5608947"/>
                <a:gd name="connsiteY36" fmla="*/ 1054819 h 1054819"/>
                <a:gd name="connsiteX37" fmla="*/ 3615592 w 5608947"/>
                <a:gd name="connsiteY37" fmla="*/ 1054819 h 1054819"/>
                <a:gd name="connsiteX38" fmla="*/ 3559098 w 5608947"/>
                <a:gd name="connsiteY38" fmla="*/ 1054819 h 1054819"/>
                <a:gd name="connsiteX39" fmla="*/ 3502605 w 5608947"/>
                <a:gd name="connsiteY39" fmla="*/ 1054819 h 1054819"/>
                <a:gd name="connsiteX40" fmla="*/ 3446111 w 5608947"/>
                <a:gd name="connsiteY40" fmla="*/ 1054819 h 1054819"/>
                <a:gd name="connsiteX41" fmla="*/ 3389617 w 5608947"/>
                <a:gd name="connsiteY41" fmla="*/ 1054819 h 1054819"/>
                <a:gd name="connsiteX42" fmla="*/ 3333124 w 5608947"/>
                <a:gd name="connsiteY42" fmla="*/ 1054819 h 1054819"/>
                <a:gd name="connsiteX43" fmla="*/ 3276630 w 5608947"/>
                <a:gd name="connsiteY43" fmla="*/ 1054819 h 1054819"/>
                <a:gd name="connsiteX44" fmla="*/ 3220136 w 5608947"/>
                <a:gd name="connsiteY44" fmla="*/ 1054819 h 1054819"/>
                <a:gd name="connsiteX45" fmla="*/ 3163643 w 5608947"/>
                <a:gd name="connsiteY45" fmla="*/ 1054819 h 1054819"/>
                <a:gd name="connsiteX46" fmla="*/ 3107149 w 5608947"/>
                <a:gd name="connsiteY46" fmla="*/ 1054819 h 1054819"/>
                <a:gd name="connsiteX47" fmla="*/ 3050655 w 5608947"/>
                <a:gd name="connsiteY47" fmla="*/ 1054819 h 1054819"/>
                <a:gd name="connsiteX48" fmla="*/ 2994162 w 5608947"/>
                <a:gd name="connsiteY48" fmla="*/ 1054819 h 1054819"/>
                <a:gd name="connsiteX49" fmla="*/ 2937668 w 5608947"/>
                <a:gd name="connsiteY49" fmla="*/ 1054819 h 1054819"/>
                <a:gd name="connsiteX50" fmla="*/ 2881175 w 5608947"/>
                <a:gd name="connsiteY50" fmla="*/ 1054819 h 1054819"/>
                <a:gd name="connsiteX51" fmla="*/ 2824681 w 5608947"/>
                <a:gd name="connsiteY51" fmla="*/ 1054819 h 1054819"/>
                <a:gd name="connsiteX52" fmla="*/ 2768188 w 5608947"/>
                <a:gd name="connsiteY52" fmla="*/ 1054819 h 1054819"/>
                <a:gd name="connsiteX53" fmla="*/ 2711694 w 5608947"/>
                <a:gd name="connsiteY53" fmla="*/ 1054819 h 1054819"/>
                <a:gd name="connsiteX54" fmla="*/ 2655200 w 5608947"/>
                <a:gd name="connsiteY54" fmla="*/ 1054819 h 1054819"/>
                <a:gd name="connsiteX55" fmla="*/ 2598707 w 5608947"/>
                <a:gd name="connsiteY55" fmla="*/ 1054819 h 1054819"/>
                <a:gd name="connsiteX56" fmla="*/ 2542213 w 5608947"/>
                <a:gd name="connsiteY56" fmla="*/ 1054819 h 1054819"/>
                <a:gd name="connsiteX57" fmla="*/ 2485719 w 5608947"/>
                <a:gd name="connsiteY57" fmla="*/ 1054819 h 1054819"/>
                <a:gd name="connsiteX58" fmla="*/ 2429226 w 5608947"/>
                <a:gd name="connsiteY58" fmla="*/ 1054819 h 1054819"/>
                <a:gd name="connsiteX59" fmla="*/ 2372732 w 5608947"/>
                <a:gd name="connsiteY59" fmla="*/ 1054819 h 1054819"/>
                <a:gd name="connsiteX60" fmla="*/ 2316238 w 5608947"/>
                <a:gd name="connsiteY60" fmla="*/ 1054819 h 1054819"/>
                <a:gd name="connsiteX61" fmla="*/ 2259745 w 5608947"/>
                <a:gd name="connsiteY61" fmla="*/ 1054819 h 1054819"/>
                <a:gd name="connsiteX62" fmla="*/ 2203251 w 5608947"/>
                <a:gd name="connsiteY62" fmla="*/ 1054819 h 1054819"/>
                <a:gd name="connsiteX63" fmla="*/ 2146758 w 5608947"/>
                <a:gd name="connsiteY63" fmla="*/ 1054819 h 1054819"/>
                <a:gd name="connsiteX64" fmla="*/ 2090264 w 5608947"/>
                <a:gd name="connsiteY64" fmla="*/ 1054819 h 1054819"/>
                <a:gd name="connsiteX65" fmla="*/ 2033770 w 5608947"/>
                <a:gd name="connsiteY65" fmla="*/ 1054819 h 1054819"/>
                <a:gd name="connsiteX66" fmla="*/ 1977277 w 5608947"/>
                <a:gd name="connsiteY66" fmla="*/ 1054819 h 1054819"/>
                <a:gd name="connsiteX67" fmla="*/ 1920783 w 5608947"/>
                <a:gd name="connsiteY67" fmla="*/ 1054819 h 1054819"/>
                <a:gd name="connsiteX68" fmla="*/ 1864290 w 5608947"/>
                <a:gd name="connsiteY68" fmla="*/ 1054819 h 1054819"/>
                <a:gd name="connsiteX69" fmla="*/ 1807796 w 5608947"/>
                <a:gd name="connsiteY69" fmla="*/ 1054819 h 1054819"/>
                <a:gd name="connsiteX70" fmla="*/ 1751302 w 5608947"/>
                <a:gd name="connsiteY70" fmla="*/ 1054819 h 1054819"/>
                <a:gd name="connsiteX71" fmla="*/ 1694809 w 5608947"/>
                <a:gd name="connsiteY71" fmla="*/ 1054819 h 1054819"/>
                <a:gd name="connsiteX72" fmla="*/ 1638315 w 5608947"/>
                <a:gd name="connsiteY72" fmla="*/ 1054819 h 1054819"/>
                <a:gd name="connsiteX73" fmla="*/ 1581821 w 5608947"/>
                <a:gd name="connsiteY73" fmla="*/ 1054819 h 1054819"/>
                <a:gd name="connsiteX74" fmla="*/ 1525328 w 5608947"/>
                <a:gd name="connsiteY74" fmla="*/ 1054819 h 1054819"/>
                <a:gd name="connsiteX75" fmla="*/ 1468834 w 5608947"/>
                <a:gd name="connsiteY75" fmla="*/ 1054819 h 1054819"/>
                <a:gd name="connsiteX76" fmla="*/ 1412340 w 5608947"/>
                <a:gd name="connsiteY76" fmla="*/ 1054819 h 1054819"/>
                <a:gd name="connsiteX77" fmla="*/ 1355847 w 5608947"/>
                <a:gd name="connsiteY77" fmla="*/ 1054819 h 1054819"/>
                <a:gd name="connsiteX78" fmla="*/ 1299353 w 5608947"/>
                <a:gd name="connsiteY78" fmla="*/ 1054819 h 1054819"/>
                <a:gd name="connsiteX79" fmla="*/ 1242860 w 5608947"/>
                <a:gd name="connsiteY79" fmla="*/ 1054819 h 1054819"/>
                <a:gd name="connsiteX80" fmla="*/ 1186366 w 5608947"/>
                <a:gd name="connsiteY80" fmla="*/ 1054819 h 1054819"/>
                <a:gd name="connsiteX81" fmla="*/ 1129872 w 5608947"/>
                <a:gd name="connsiteY81" fmla="*/ 1054819 h 1054819"/>
                <a:gd name="connsiteX82" fmla="*/ 1073379 w 5608947"/>
                <a:gd name="connsiteY82" fmla="*/ 1054819 h 1054819"/>
                <a:gd name="connsiteX83" fmla="*/ 1016885 w 5608947"/>
                <a:gd name="connsiteY83" fmla="*/ 1054819 h 1054819"/>
                <a:gd name="connsiteX84" fmla="*/ 960392 w 5608947"/>
                <a:gd name="connsiteY84" fmla="*/ 1054819 h 1054819"/>
                <a:gd name="connsiteX85" fmla="*/ 903898 w 5608947"/>
                <a:gd name="connsiteY85" fmla="*/ 1054819 h 1054819"/>
                <a:gd name="connsiteX86" fmla="*/ 847404 w 5608947"/>
                <a:gd name="connsiteY86" fmla="*/ 1054819 h 1054819"/>
                <a:gd name="connsiteX87" fmla="*/ 790911 w 5608947"/>
                <a:gd name="connsiteY87" fmla="*/ 1054819 h 1054819"/>
                <a:gd name="connsiteX88" fmla="*/ 734417 w 5608947"/>
                <a:gd name="connsiteY88" fmla="*/ 1054819 h 1054819"/>
                <a:gd name="connsiteX89" fmla="*/ 677923 w 5608947"/>
                <a:gd name="connsiteY89" fmla="*/ 1054819 h 1054819"/>
                <a:gd name="connsiteX90" fmla="*/ 621430 w 5608947"/>
                <a:gd name="connsiteY90" fmla="*/ 1054819 h 1054819"/>
                <a:gd name="connsiteX91" fmla="*/ 564936 w 5608947"/>
                <a:gd name="connsiteY91" fmla="*/ 1054819 h 1054819"/>
                <a:gd name="connsiteX92" fmla="*/ 508443 w 5608947"/>
                <a:gd name="connsiteY92" fmla="*/ 1054819 h 1054819"/>
                <a:gd name="connsiteX93" fmla="*/ 451949 w 5608947"/>
                <a:gd name="connsiteY93" fmla="*/ 1054819 h 1054819"/>
                <a:gd name="connsiteX94" fmla="*/ 395455 w 5608947"/>
                <a:gd name="connsiteY94" fmla="*/ 1054819 h 1054819"/>
                <a:gd name="connsiteX95" fmla="*/ 338962 w 5608947"/>
                <a:gd name="connsiteY95" fmla="*/ 1054819 h 1054819"/>
                <a:gd name="connsiteX96" fmla="*/ 282468 w 5608947"/>
                <a:gd name="connsiteY96" fmla="*/ 1054819 h 1054819"/>
                <a:gd name="connsiteX97" fmla="*/ 225974 w 5608947"/>
                <a:gd name="connsiteY97" fmla="*/ 1054819 h 1054819"/>
                <a:gd name="connsiteX98" fmla="*/ 169481 w 5608947"/>
                <a:gd name="connsiteY98" fmla="*/ 1054819 h 1054819"/>
                <a:gd name="connsiteX99" fmla="*/ 112987 w 5608947"/>
                <a:gd name="connsiteY99" fmla="*/ 1054819 h 1054819"/>
                <a:gd name="connsiteX100" fmla="*/ 56494 w 5608947"/>
                <a:gd name="connsiteY100" fmla="*/ 1054819 h 1054819"/>
                <a:gd name="connsiteX101" fmla="*/ 0 w 5608947"/>
                <a:gd name="connsiteY101" fmla="*/ 1054819 h 1054819"/>
                <a:gd name="connsiteX0" fmla="*/ 5504303 w 5667679"/>
                <a:gd name="connsiteY0" fmla="*/ 157915 h 1212734"/>
                <a:gd name="connsiteX1" fmla="*/ 5667679 w 5667679"/>
                <a:gd name="connsiteY1" fmla="*/ 0 h 1212734"/>
                <a:gd name="connsiteX2" fmla="*/ 5608947 w 5667679"/>
                <a:gd name="connsiteY2" fmla="*/ 161907 h 1212734"/>
                <a:gd name="connsiteX3" fmla="*/ 5462927 w 5667679"/>
                <a:gd name="connsiteY3" fmla="*/ 261032 h 1212734"/>
                <a:gd name="connsiteX4" fmla="*/ 5420381 w 5667679"/>
                <a:gd name="connsiteY4" fmla="*/ 364401 h 1212734"/>
                <a:gd name="connsiteX5" fmla="*/ 5376592 w 5667679"/>
                <a:gd name="connsiteY5" fmla="*/ 467979 h 1212734"/>
                <a:gd name="connsiteX6" fmla="*/ 5331483 w 5667679"/>
                <a:gd name="connsiteY6" fmla="*/ 571714 h 1212734"/>
                <a:gd name="connsiteX7" fmla="*/ 5284967 w 5667679"/>
                <a:gd name="connsiteY7" fmla="*/ 675537 h 1212734"/>
                <a:gd name="connsiteX8" fmla="*/ 5236951 w 5667679"/>
                <a:gd name="connsiteY8" fmla="*/ 779357 h 1212734"/>
                <a:gd name="connsiteX9" fmla="*/ 5187335 w 5667679"/>
                <a:gd name="connsiteY9" fmla="*/ 883051 h 1212734"/>
                <a:gd name="connsiteX10" fmla="*/ 5136015 w 5667679"/>
                <a:gd name="connsiteY10" fmla="*/ 986440 h 1212734"/>
                <a:gd name="connsiteX11" fmla="*/ 5082895 w 5667679"/>
                <a:gd name="connsiteY11" fmla="*/ 1089246 h 1212734"/>
                <a:gd name="connsiteX12" fmla="*/ 5027880 w 5667679"/>
                <a:gd name="connsiteY12" fmla="*/ 1190973 h 1212734"/>
                <a:gd name="connsiteX13" fmla="*/ 4971438 w 5667679"/>
                <a:gd name="connsiteY13" fmla="*/ 1212734 h 1212734"/>
                <a:gd name="connsiteX14" fmla="*/ 4914945 w 5667679"/>
                <a:gd name="connsiteY14" fmla="*/ 1212734 h 1212734"/>
                <a:gd name="connsiteX15" fmla="*/ 4858451 w 5667679"/>
                <a:gd name="connsiteY15" fmla="*/ 1212734 h 1212734"/>
                <a:gd name="connsiteX16" fmla="*/ 4801958 w 5667679"/>
                <a:gd name="connsiteY16" fmla="*/ 1212734 h 1212734"/>
                <a:gd name="connsiteX17" fmla="*/ 4745465 w 5667679"/>
                <a:gd name="connsiteY17" fmla="*/ 1212734 h 1212734"/>
                <a:gd name="connsiteX18" fmla="*/ 4688971 w 5667679"/>
                <a:gd name="connsiteY18" fmla="*/ 1212734 h 1212734"/>
                <a:gd name="connsiteX19" fmla="*/ 4632477 w 5667679"/>
                <a:gd name="connsiteY19" fmla="*/ 1212734 h 1212734"/>
                <a:gd name="connsiteX20" fmla="*/ 4575984 w 5667679"/>
                <a:gd name="connsiteY20" fmla="*/ 1212734 h 1212734"/>
                <a:gd name="connsiteX21" fmla="*/ 4519490 w 5667679"/>
                <a:gd name="connsiteY21" fmla="*/ 1212734 h 1212734"/>
                <a:gd name="connsiteX22" fmla="*/ 4462996 w 5667679"/>
                <a:gd name="connsiteY22" fmla="*/ 1212734 h 1212734"/>
                <a:gd name="connsiteX23" fmla="*/ 4406503 w 5667679"/>
                <a:gd name="connsiteY23" fmla="*/ 1212734 h 1212734"/>
                <a:gd name="connsiteX24" fmla="*/ 4350009 w 5667679"/>
                <a:gd name="connsiteY24" fmla="*/ 1212734 h 1212734"/>
                <a:gd name="connsiteX25" fmla="*/ 4293515 w 5667679"/>
                <a:gd name="connsiteY25" fmla="*/ 1212734 h 1212734"/>
                <a:gd name="connsiteX26" fmla="*/ 4237022 w 5667679"/>
                <a:gd name="connsiteY26" fmla="*/ 1212734 h 1212734"/>
                <a:gd name="connsiteX27" fmla="*/ 4180528 w 5667679"/>
                <a:gd name="connsiteY27" fmla="*/ 1212734 h 1212734"/>
                <a:gd name="connsiteX28" fmla="*/ 4124034 w 5667679"/>
                <a:gd name="connsiteY28" fmla="*/ 1212734 h 1212734"/>
                <a:gd name="connsiteX29" fmla="*/ 4067541 w 5667679"/>
                <a:gd name="connsiteY29" fmla="*/ 1212734 h 1212734"/>
                <a:gd name="connsiteX30" fmla="*/ 4011047 w 5667679"/>
                <a:gd name="connsiteY30" fmla="*/ 1212734 h 1212734"/>
                <a:gd name="connsiteX31" fmla="*/ 3954553 w 5667679"/>
                <a:gd name="connsiteY31" fmla="*/ 1212734 h 1212734"/>
                <a:gd name="connsiteX32" fmla="*/ 3898060 w 5667679"/>
                <a:gd name="connsiteY32" fmla="*/ 1212734 h 1212734"/>
                <a:gd name="connsiteX33" fmla="*/ 3841566 w 5667679"/>
                <a:gd name="connsiteY33" fmla="*/ 1212734 h 1212734"/>
                <a:gd name="connsiteX34" fmla="*/ 3785073 w 5667679"/>
                <a:gd name="connsiteY34" fmla="*/ 1212734 h 1212734"/>
                <a:gd name="connsiteX35" fmla="*/ 3728579 w 5667679"/>
                <a:gd name="connsiteY35" fmla="*/ 1212734 h 1212734"/>
                <a:gd name="connsiteX36" fmla="*/ 3672085 w 5667679"/>
                <a:gd name="connsiteY36" fmla="*/ 1212734 h 1212734"/>
                <a:gd name="connsiteX37" fmla="*/ 3615592 w 5667679"/>
                <a:gd name="connsiteY37" fmla="*/ 1212734 h 1212734"/>
                <a:gd name="connsiteX38" fmla="*/ 3559098 w 5667679"/>
                <a:gd name="connsiteY38" fmla="*/ 1212734 h 1212734"/>
                <a:gd name="connsiteX39" fmla="*/ 3502605 w 5667679"/>
                <a:gd name="connsiteY39" fmla="*/ 1212734 h 1212734"/>
                <a:gd name="connsiteX40" fmla="*/ 3446111 w 5667679"/>
                <a:gd name="connsiteY40" fmla="*/ 1212734 h 1212734"/>
                <a:gd name="connsiteX41" fmla="*/ 3389617 w 5667679"/>
                <a:gd name="connsiteY41" fmla="*/ 1212734 h 1212734"/>
                <a:gd name="connsiteX42" fmla="*/ 3333124 w 5667679"/>
                <a:gd name="connsiteY42" fmla="*/ 1212734 h 1212734"/>
                <a:gd name="connsiteX43" fmla="*/ 3276630 w 5667679"/>
                <a:gd name="connsiteY43" fmla="*/ 1212734 h 1212734"/>
                <a:gd name="connsiteX44" fmla="*/ 3220136 w 5667679"/>
                <a:gd name="connsiteY44" fmla="*/ 1212734 h 1212734"/>
                <a:gd name="connsiteX45" fmla="*/ 3163643 w 5667679"/>
                <a:gd name="connsiteY45" fmla="*/ 1212734 h 1212734"/>
                <a:gd name="connsiteX46" fmla="*/ 3107149 w 5667679"/>
                <a:gd name="connsiteY46" fmla="*/ 1212734 h 1212734"/>
                <a:gd name="connsiteX47" fmla="*/ 3050655 w 5667679"/>
                <a:gd name="connsiteY47" fmla="*/ 1212734 h 1212734"/>
                <a:gd name="connsiteX48" fmla="*/ 2994162 w 5667679"/>
                <a:gd name="connsiteY48" fmla="*/ 1212734 h 1212734"/>
                <a:gd name="connsiteX49" fmla="*/ 2937668 w 5667679"/>
                <a:gd name="connsiteY49" fmla="*/ 1212734 h 1212734"/>
                <a:gd name="connsiteX50" fmla="*/ 2881175 w 5667679"/>
                <a:gd name="connsiteY50" fmla="*/ 1212734 h 1212734"/>
                <a:gd name="connsiteX51" fmla="*/ 2824681 w 5667679"/>
                <a:gd name="connsiteY51" fmla="*/ 1212734 h 1212734"/>
                <a:gd name="connsiteX52" fmla="*/ 2768188 w 5667679"/>
                <a:gd name="connsiteY52" fmla="*/ 1212734 h 1212734"/>
                <a:gd name="connsiteX53" fmla="*/ 2711694 w 5667679"/>
                <a:gd name="connsiteY53" fmla="*/ 1212734 h 1212734"/>
                <a:gd name="connsiteX54" fmla="*/ 2655200 w 5667679"/>
                <a:gd name="connsiteY54" fmla="*/ 1212734 h 1212734"/>
                <a:gd name="connsiteX55" fmla="*/ 2598707 w 5667679"/>
                <a:gd name="connsiteY55" fmla="*/ 1212734 h 1212734"/>
                <a:gd name="connsiteX56" fmla="*/ 2542213 w 5667679"/>
                <a:gd name="connsiteY56" fmla="*/ 1212734 h 1212734"/>
                <a:gd name="connsiteX57" fmla="*/ 2485719 w 5667679"/>
                <a:gd name="connsiteY57" fmla="*/ 1212734 h 1212734"/>
                <a:gd name="connsiteX58" fmla="*/ 2429226 w 5667679"/>
                <a:gd name="connsiteY58" fmla="*/ 1212734 h 1212734"/>
                <a:gd name="connsiteX59" fmla="*/ 2372732 w 5667679"/>
                <a:gd name="connsiteY59" fmla="*/ 1212734 h 1212734"/>
                <a:gd name="connsiteX60" fmla="*/ 2316238 w 5667679"/>
                <a:gd name="connsiteY60" fmla="*/ 1212734 h 1212734"/>
                <a:gd name="connsiteX61" fmla="*/ 2259745 w 5667679"/>
                <a:gd name="connsiteY61" fmla="*/ 1212734 h 1212734"/>
                <a:gd name="connsiteX62" fmla="*/ 2203251 w 5667679"/>
                <a:gd name="connsiteY62" fmla="*/ 1212734 h 1212734"/>
                <a:gd name="connsiteX63" fmla="*/ 2146758 w 5667679"/>
                <a:gd name="connsiteY63" fmla="*/ 1212734 h 1212734"/>
                <a:gd name="connsiteX64" fmla="*/ 2090264 w 5667679"/>
                <a:gd name="connsiteY64" fmla="*/ 1212734 h 1212734"/>
                <a:gd name="connsiteX65" fmla="*/ 2033770 w 5667679"/>
                <a:gd name="connsiteY65" fmla="*/ 1212734 h 1212734"/>
                <a:gd name="connsiteX66" fmla="*/ 1977277 w 5667679"/>
                <a:gd name="connsiteY66" fmla="*/ 1212734 h 1212734"/>
                <a:gd name="connsiteX67" fmla="*/ 1920783 w 5667679"/>
                <a:gd name="connsiteY67" fmla="*/ 1212734 h 1212734"/>
                <a:gd name="connsiteX68" fmla="*/ 1864290 w 5667679"/>
                <a:gd name="connsiteY68" fmla="*/ 1212734 h 1212734"/>
                <a:gd name="connsiteX69" fmla="*/ 1807796 w 5667679"/>
                <a:gd name="connsiteY69" fmla="*/ 1212734 h 1212734"/>
                <a:gd name="connsiteX70" fmla="*/ 1751302 w 5667679"/>
                <a:gd name="connsiteY70" fmla="*/ 1212734 h 1212734"/>
                <a:gd name="connsiteX71" fmla="*/ 1694809 w 5667679"/>
                <a:gd name="connsiteY71" fmla="*/ 1212734 h 1212734"/>
                <a:gd name="connsiteX72" fmla="*/ 1638315 w 5667679"/>
                <a:gd name="connsiteY72" fmla="*/ 1212734 h 1212734"/>
                <a:gd name="connsiteX73" fmla="*/ 1581821 w 5667679"/>
                <a:gd name="connsiteY73" fmla="*/ 1212734 h 1212734"/>
                <a:gd name="connsiteX74" fmla="*/ 1525328 w 5667679"/>
                <a:gd name="connsiteY74" fmla="*/ 1212734 h 1212734"/>
                <a:gd name="connsiteX75" fmla="*/ 1468834 w 5667679"/>
                <a:gd name="connsiteY75" fmla="*/ 1212734 h 1212734"/>
                <a:gd name="connsiteX76" fmla="*/ 1412340 w 5667679"/>
                <a:gd name="connsiteY76" fmla="*/ 1212734 h 1212734"/>
                <a:gd name="connsiteX77" fmla="*/ 1355847 w 5667679"/>
                <a:gd name="connsiteY77" fmla="*/ 1212734 h 1212734"/>
                <a:gd name="connsiteX78" fmla="*/ 1299353 w 5667679"/>
                <a:gd name="connsiteY78" fmla="*/ 1212734 h 1212734"/>
                <a:gd name="connsiteX79" fmla="*/ 1242860 w 5667679"/>
                <a:gd name="connsiteY79" fmla="*/ 1212734 h 1212734"/>
                <a:gd name="connsiteX80" fmla="*/ 1186366 w 5667679"/>
                <a:gd name="connsiteY80" fmla="*/ 1212734 h 1212734"/>
                <a:gd name="connsiteX81" fmla="*/ 1129872 w 5667679"/>
                <a:gd name="connsiteY81" fmla="*/ 1212734 h 1212734"/>
                <a:gd name="connsiteX82" fmla="*/ 1073379 w 5667679"/>
                <a:gd name="connsiteY82" fmla="*/ 1212734 h 1212734"/>
                <a:gd name="connsiteX83" fmla="*/ 1016885 w 5667679"/>
                <a:gd name="connsiteY83" fmla="*/ 1212734 h 1212734"/>
                <a:gd name="connsiteX84" fmla="*/ 960392 w 5667679"/>
                <a:gd name="connsiteY84" fmla="*/ 1212734 h 1212734"/>
                <a:gd name="connsiteX85" fmla="*/ 903898 w 5667679"/>
                <a:gd name="connsiteY85" fmla="*/ 1212734 h 1212734"/>
                <a:gd name="connsiteX86" fmla="*/ 847404 w 5667679"/>
                <a:gd name="connsiteY86" fmla="*/ 1212734 h 1212734"/>
                <a:gd name="connsiteX87" fmla="*/ 790911 w 5667679"/>
                <a:gd name="connsiteY87" fmla="*/ 1212734 h 1212734"/>
                <a:gd name="connsiteX88" fmla="*/ 734417 w 5667679"/>
                <a:gd name="connsiteY88" fmla="*/ 1212734 h 1212734"/>
                <a:gd name="connsiteX89" fmla="*/ 677923 w 5667679"/>
                <a:gd name="connsiteY89" fmla="*/ 1212734 h 1212734"/>
                <a:gd name="connsiteX90" fmla="*/ 621430 w 5667679"/>
                <a:gd name="connsiteY90" fmla="*/ 1212734 h 1212734"/>
                <a:gd name="connsiteX91" fmla="*/ 564936 w 5667679"/>
                <a:gd name="connsiteY91" fmla="*/ 1212734 h 1212734"/>
                <a:gd name="connsiteX92" fmla="*/ 508443 w 5667679"/>
                <a:gd name="connsiteY92" fmla="*/ 1212734 h 1212734"/>
                <a:gd name="connsiteX93" fmla="*/ 451949 w 5667679"/>
                <a:gd name="connsiteY93" fmla="*/ 1212734 h 1212734"/>
                <a:gd name="connsiteX94" fmla="*/ 395455 w 5667679"/>
                <a:gd name="connsiteY94" fmla="*/ 1212734 h 1212734"/>
                <a:gd name="connsiteX95" fmla="*/ 338962 w 5667679"/>
                <a:gd name="connsiteY95" fmla="*/ 1212734 h 1212734"/>
                <a:gd name="connsiteX96" fmla="*/ 282468 w 5667679"/>
                <a:gd name="connsiteY96" fmla="*/ 1212734 h 1212734"/>
                <a:gd name="connsiteX97" fmla="*/ 225974 w 5667679"/>
                <a:gd name="connsiteY97" fmla="*/ 1212734 h 1212734"/>
                <a:gd name="connsiteX98" fmla="*/ 169481 w 5667679"/>
                <a:gd name="connsiteY98" fmla="*/ 1212734 h 1212734"/>
                <a:gd name="connsiteX99" fmla="*/ 112987 w 5667679"/>
                <a:gd name="connsiteY99" fmla="*/ 1212734 h 1212734"/>
                <a:gd name="connsiteX100" fmla="*/ 56494 w 5667679"/>
                <a:gd name="connsiteY100" fmla="*/ 1212734 h 1212734"/>
                <a:gd name="connsiteX101" fmla="*/ 0 w 5667679"/>
                <a:gd name="connsiteY101" fmla="*/ 1212734 h 1212734"/>
                <a:gd name="connsiteX0" fmla="*/ 5504303 w 5608947"/>
                <a:gd name="connsiteY0" fmla="*/ 167439 h 1222258"/>
                <a:gd name="connsiteX1" fmla="*/ 5489899 w 5608947"/>
                <a:gd name="connsiteY1" fmla="*/ 0 h 1222258"/>
                <a:gd name="connsiteX2" fmla="*/ 5608947 w 5608947"/>
                <a:gd name="connsiteY2" fmla="*/ 171431 h 1222258"/>
                <a:gd name="connsiteX3" fmla="*/ 5462927 w 5608947"/>
                <a:gd name="connsiteY3" fmla="*/ 270556 h 1222258"/>
                <a:gd name="connsiteX4" fmla="*/ 5420381 w 5608947"/>
                <a:gd name="connsiteY4" fmla="*/ 373925 h 1222258"/>
                <a:gd name="connsiteX5" fmla="*/ 5376592 w 5608947"/>
                <a:gd name="connsiteY5" fmla="*/ 477503 h 1222258"/>
                <a:gd name="connsiteX6" fmla="*/ 5331483 w 5608947"/>
                <a:gd name="connsiteY6" fmla="*/ 581238 h 1222258"/>
                <a:gd name="connsiteX7" fmla="*/ 5284967 w 5608947"/>
                <a:gd name="connsiteY7" fmla="*/ 685061 h 1222258"/>
                <a:gd name="connsiteX8" fmla="*/ 5236951 w 5608947"/>
                <a:gd name="connsiteY8" fmla="*/ 788881 h 1222258"/>
                <a:gd name="connsiteX9" fmla="*/ 5187335 w 5608947"/>
                <a:gd name="connsiteY9" fmla="*/ 892575 h 1222258"/>
                <a:gd name="connsiteX10" fmla="*/ 5136015 w 5608947"/>
                <a:gd name="connsiteY10" fmla="*/ 995964 h 1222258"/>
                <a:gd name="connsiteX11" fmla="*/ 5082895 w 5608947"/>
                <a:gd name="connsiteY11" fmla="*/ 1098770 h 1222258"/>
                <a:gd name="connsiteX12" fmla="*/ 5027880 w 5608947"/>
                <a:gd name="connsiteY12" fmla="*/ 1200497 h 1222258"/>
                <a:gd name="connsiteX13" fmla="*/ 4971438 w 5608947"/>
                <a:gd name="connsiteY13" fmla="*/ 1222258 h 1222258"/>
                <a:gd name="connsiteX14" fmla="*/ 4914945 w 5608947"/>
                <a:gd name="connsiteY14" fmla="*/ 1222258 h 1222258"/>
                <a:gd name="connsiteX15" fmla="*/ 4858451 w 5608947"/>
                <a:gd name="connsiteY15" fmla="*/ 1222258 h 1222258"/>
                <a:gd name="connsiteX16" fmla="*/ 4801958 w 5608947"/>
                <a:gd name="connsiteY16" fmla="*/ 1222258 h 1222258"/>
                <a:gd name="connsiteX17" fmla="*/ 4745465 w 5608947"/>
                <a:gd name="connsiteY17" fmla="*/ 1222258 h 1222258"/>
                <a:gd name="connsiteX18" fmla="*/ 4688971 w 5608947"/>
                <a:gd name="connsiteY18" fmla="*/ 1222258 h 1222258"/>
                <a:gd name="connsiteX19" fmla="*/ 4632477 w 5608947"/>
                <a:gd name="connsiteY19" fmla="*/ 1222258 h 1222258"/>
                <a:gd name="connsiteX20" fmla="*/ 4575984 w 5608947"/>
                <a:gd name="connsiteY20" fmla="*/ 1222258 h 1222258"/>
                <a:gd name="connsiteX21" fmla="*/ 4519490 w 5608947"/>
                <a:gd name="connsiteY21" fmla="*/ 1222258 h 1222258"/>
                <a:gd name="connsiteX22" fmla="*/ 4462996 w 5608947"/>
                <a:gd name="connsiteY22" fmla="*/ 1222258 h 1222258"/>
                <a:gd name="connsiteX23" fmla="*/ 4406503 w 5608947"/>
                <a:gd name="connsiteY23" fmla="*/ 1222258 h 1222258"/>
                <a:gd name="connsiteX24" fmla="*/ 4350009 w 5608947"/>
                <a:gd name="connsiteY24" fmla="*/ 1222258 h 1222258"/>
                <a:gd name="connsiteX25" fmla="*/ 4293515 w 5608947"/>
                <a:gd name="connsiteY25" fmla="*/ 1222258 h 1222258"/>
                <a:gd name="connsiteX26" fmla="*/ 4237022 w 5608947"/>
                <a:gd name="connsiteY26" fmla="*/ 1222258 h 1222258"/>
                <a:gd name="connsiteX27" fmla="*/ 4180528 w 5608947"/>
                <a:gd name="connsiteY27" fmla="*/ 1222258 h 1222258"/>
                <a:gd name="connsiteX28" fmla="*/ 4124034 w 5608947"/>
                <a:gd name="connsiteY28" fmla="*/ 1222258 h 1222258"/>
                <a:gd name="connsiteX29" fmla="*/ 4067541 w 5608947"/>
                <a:gd name="connsiteY29" fmla="*/ 1222258 h 1222258"/>
                <a:gd name="connsiteX30" fmla="*/ 4011047 w 5608947"/>
                <a:gd name="connsiteY30" fmla="*/ 1222258 h 1222258"/>
                <a:gd name="connsiteX31" fmla="*/ 3954553 w 5608947"/>
                <a:gd name="connsiteY31" fmla="*/ 1222258 h 1222258"/>
                <a:gd name="connsiteX32" fmla="*/ 3898060 w 5608947"/>
                <a:gd name="connsiteY32" fmla="*/ 1222258 h 1222258"/>
                <a:gd name="connsiteX33" fmla="*/ 3841566 w 5608947"/>
                <a:gd name="connsiteY33" fmla="*/ 1222258 h 1222258"/>
                <a:gd name="connsiteX34" fmla="*/ 3785073 w 5608947"/>
                <a:gd name="connsiteY34" fmla="*/ 1222258 h 1222258"/>
                <a:gd name="connsiteX35" fmla="*/ 3728579 w 5608947"/>
                <a:gd name="connsiteY35" fmla="*/ 1222258 h 1222258"/>
                <a:gd name="connsiteX36" fmla="*/ 3672085 w 5608947"/>
                <a:gd name="connsiteY36" fmla="*/ 1222258 h 1222258"/>
                <a:gd name="connsiteX37" fmla="*/ 3615592 w 5608947"/>
                <a:gd name="connsiteY37" fmla="*/ 1222258 h 1222258"/>
                <a:gd name="connsiteX38" fmla="*/ 3559098 w 5608947"/>
                <a:gd name="connsiteY38" fmla="*/ 1222258 h 1222258"/>
                <a:gd name="connsiteX39" fmla="*/ 3502605 w 5608947"/>
                <a:gd name="connsiteY39" fmla="*/ 1222258 h 1222258"/>
                <a:gd name="connsiteX40" fmla="*/ 3446111 w 5608947"/>
                <a:gd name="connsiteY40" fmla="*/ 1222258 h 1222258"/>
                <a:gd name="connsiteX41" fmla="*/ 3389617 w 5608947"/>
                <a:gd name="connsiteY41" fmla="*/ 1222258 h 1222258"/>
                <a:gd name="connsiteX42" fmla="*/ 3333124 w 5608947"/>
                <a:gd name="connsiteY42" fmla="*/ 1222258 h 1222258"/>
                <a:gd name="connsiteX43" fmla="*/ 3276630 w 5608947"/>
                <a:gd name="connsiteY43" fmla="*/ 1222258 h 1222258"/>
                <a:gd name="connsiteX44" fmla="*/ 3220136 w 5608947"/>
                <a:gd name="connsiteY44" fmla="*/ 1222258 h 1222258"/>
                <a:gd name="connsiteX45" fmla="*/ 3163643 w 5608947"/>
                <a:gd name="connsiteY45" fmla="*/ 1222258 h 1222258"/>
                <a:gd name="connsiteX46" fmla="*/ 3107149 w 5608947"/>
                <a:gd name="connsiteY46" fmla="*/ 1222258 h 1222258"/>
                <a:gd name="connsiteX47" fmla="*/ 3050655 w 5608947"/>
                <a:gd name="connsiteY47" fmla="*/ 1222258 h 1222258"/>
                <a:gd name="connsiteX48" fmla="*/ 2994162 w 5608947"/>
                <a:gd name="connsiteY48" fmla="*/ 1222258 h 1222258"/>
                <a:gd name="connsiteX49" fmla="*/ 2937668 w 5608947"/>
                <a:gd name="connsiteY49" fmla="*/ 1222258 h 1222258"/>
                <a:gd name="connsiteX50" fmla="*/ 2881175 w 5608947"/>
                <a:gd name="connsiteY50" fmla="*/ 1222258 h 1222258"/>
                <a:gd name="connsiteX51" fmla="*/ 2824681 w 5608947"/>
                <a:gd name="connsiteY51" fmla="*/ 1222258 h 1222258"/>
                <a:gd name="connsiteX52" fmla="*/ 2768188 w 5608947"/>
                <a:gd name="connsiteY52" fmla="*/ 1222258 h 1222258"/>
                <a:gd name="connsiteX53" fmla="*/ 2711694 w 5608947"/>
                <a:gd name="connsiteY53" fmla="*/ 1222258 h 1222258"/>
                <a:gd name="connsiteX54" fmla="*/ 2655200 w 5608947"/>
                <a:gd name="connsiteY54" fmla="*/ 1222258 h 1222258"/>
                <a:gd name="connsiteX55" fmla="*/ 2598707 w 5608947"/>
                <a:gd name="connsiteY55" fmla="*/ 1222258 h 1222258"/>
                <a:gd name="connsiteX56" fmla="*/ 2542213 w 5608947"/>
                <a:gd name="connsiteY56" fmla="*/ 1222258 h 1222258"/>
                <a:gd name="connsiteX57" fmla="*/ 2485719 w 5608947"/>
                <a:gd name="connsiteY57" fmla="*/ 1222258 h 1222258"/>
                <a:gd name="connsiteX58" fmla="*/ 2429226 w 5608947"/>
                <a:gd name="connsiteY58" fmla="*/ 1222258 h 1222258"/>
                <a:gd name="connsiteX59" fmla="*/ 2372732 w 5608947"/>
                <a:gd name="connsiteY59" fmla="*/ 1222258 h 1222258"/>
                <a:gd name="connsiteX60" fmla="*/ 2316238 w 5608947"/>
                <a:gd name="connsiteY60" fmla="*/ 1222258 h 1222258"/>
                <a:gd name="connsiteX61" fmla="*/ 2259745 w 5608947"/>
                <a:gd name="connsiteY61" fmla="*/ 1222258 h 1222258"/>
                <a:gd name="connsiteX62" fmla="*/ 2203251 w 5608947"/>
                <a:gd name="connsiteY62" fmla="*/ 1222258 h 1222258"/>
                <a:gd name="connsiteX63" fmla="*/ 2146758 w 5608947"/>
                <a:gd name="connsiteY63" fmla="*/ 1222258 h 1222258"/>
                <a:gd name="connsiteX64" fmla="*/ 2090264 w 5608947"/>
                <a:gd name="connsiteY64" fmla="*/ 1222258 h 1222258"/>
                <a:gd name="connsiteX65" fmla="*/ 2033770 w 5608947"/>
                <a:gd name="connsiteY65" fmla="*/ 1222258 h 1222258"/>
                <a:gd name="connsiteX66" fmla="*/ 1977277 w 5608947"/>
                <a:gd name="connsiteY66" fmla="*/ 1222258 h 1222258"/>
                <a:gd name="connsiteX67" fmla="*/ 1920783 w 5608947"/>
                <a:gd name="connsiteY67" fmla="*/ 1222258 h 1222258"/>
                <a:gd name="connsiteX68" fmla="*/ 1864290 w 5608947"/>
                <a:gd name="connsiteY68" fmla="*/ 1222258 h 1222258"/>
                <a:gd name="connsiteX69" fmla="*/ 1807796 w 5608947"/>
                <a:gd name="connsiteY69" fmla="*/ 1222258 h 1222258"/>
                <a:gd name="connsiteX70" fmla="*/ 1751302 w 5608947"/>
                <a:gd name="connsiteY70" fmla="*/ 1222258 h 1222258"/>
                <a:gd name="connsiteX71" fmla="*/ 1694809 w 5608947"/>
                <a:gd name="connsiteY71" fmla="*/ 1222258 h 1222258"/>
                <a:gd name="connsiteX72" fmla="*/ 1638315 w 5608947"/>
                <a:gd name="connsiteY72" fmla="*/ 1222258 h 1222258"/>
                <a:gd name="connsiteX73" fmla="*/ 1581821 w 5608947"/>
                <a:gd name="connsiteY73" fmla="*/ 1222258 h 1222258"/>
                <a:gd name="connsiteX74" fmla="*/ 1525328 w 5608947"/>
                <a:gd name="connsiteY74" fmla="*/ 1222258 h 1222258"/>
                <a:gd name="connsiteX75" fmla="*/ 1468834 w 5608947"/>
                <a:gd name="connsiteY75" fmla="*/ 1222258 h 1222258"/>
                <a:gd name="connsiteX76" fmla="*/ 1412340 w 5608947"/>
                <a:gd name="connsiteY76" fmla="*/ 1222258 h 1222258"/>
                <a:gd name="connsiteX77" fmla="*/ 1355847 w 5608947"/>
                <a:gd name="connsiteY77" fmla="*/ 1222258 h 1222258"/>
                <a:gd name="connsiteX78" fmla="*/ 1299353 w 5608947"/>
                <a:gd name="connsiteY78" fmla="*/ 1222258 h 1222258"/>
                <a:gd name="connsiteX79" fmla="*/ 1242860 w 5608947"/>
                <a:gd name="connsiteY79" fmla="*/ 1222258 h 1222258"/>
                <a:gd name="connsiteX80" fmla="*/ 1186366 w 5608947"/>
                <a:gd name="connsiteY80" fmla="*/ 1222258 h 1222258"/>
                <a:gd name="connsiteX81" fmla="*/ 1129872 w 5608947"/>
                <a:gd name="connsiteY81" fmla="*/ 1222258 h 1222258"/>
                <a:gd name="connsiteX82" fmla="*/ 1073379 w 5608947"/>
                <a:gd name="connsiteY82" fmla="*/ 1222258 h 1222258"/>
                <a:gd name="connsiteX83" fmla="*/ 1016885 w 5608947"/>
                <a:gd name="connsiteY83" fmla="*/ 1222258 h 1222258"/>
                <a:gd name="connsiteX84" fmla="*/ 960392 w 5608947"/>
                <a:gd name="connsiteY84" fmla="*/ 1222258 h 1222258"/>
                <a:gd name="connsiteX85" fmla="*/ 903898 w 5608947"/>
                <a:gd name="connsiteY85" fmla="*/ 1222258 h 1222258"/>
                <a:gd name="connsiteX86" fmla="*/ 847404 w 5608947"/>
                <a:gd name="connsiteY86" fmla="*/ 1222258 h 1222258"/>
                <a:gd name="connsiteX87" fmla="*/ 790911 w 5608947"/>
                <a:gd name="connsiteY87" fmla="*/ 1222258 h 1222258"/>
                <a:gd name="connsiteX88" fmla="*/ 734417 w 5608947"/>
                <a:gd name="connsiteY88" fmla="*/ 1222258 h 1222258"/>
                <a:gd name="connsiteX89" fmla="*/ 677923 w 5608947"/>
                <a:gd name="connsiteY89" fmla="*/ 1222258 h 1222258"/>
                <a:gd name="connsiteX90" fmla="*/ 621430 w 5608947"/>
                <a:gd name="connsiteY90" fmla="*/ 1222258 h 1222258"/>
                <a:gd name="connsiteX91" fmla="*/ 564936 w 5608947"/>
                <a:gd name="connsiteY91" fmla="*/ 1222258 h 1222258"/>
                <a:gd name="connsiteX92" fmla="*/ 508443 w 5608947"/>
                <a:gd name="connsiteY92" fmla="*/ 1222258 h 1222258"/>
                <a:gd name="connsiteX93" fmla="*/ 451949 w 5608947"/>
                <a:gd name="connsiteY93" fmla="*/ 1222258 h 1222258"/>
                <a:gd name="connsiteX94" fmla="*/ 395455 w 5608947"/>
                <a:gd name="connsiteY94" fmla="*/ 1222258 h 1222258"/>
                <a:gd name="connsiteX95" fmla="*/ 338962 w 5608947"/>
                <a:gd name="connsiteY95" fmla="*/ 1222258 h 1222258"/>
                <a:gd name="connsiteX96" fmla="*/ 282468 w 5608947"/>
                <a:gd name="connsiteY96" fmla="*/ 1222258 h 1222258"/>
                <a:gd name="connsiteX97" fmla="*/ 225974 w 5608947"/>
                <a:gd name="connsiteY97" fmla="*/ 1222258 h 1222258"/>
                <a:gd name="connsiteX98" fmla="*/ 169481 w 5608947"/>
                <a:gd name="connsiteY98" fmla="*/ 1222258 h 1222258"/>
                <a:gd name="connsiteX99" fmla="*/ 112987 w 5608947"/>
                <a:gd name="connsiteY99" fmla="*/ 1222258 h 1222258"/>
                <a:gd name="connsiteX100" fmla="*/ 56494 w 5608947"/>
                <a:gd name="connsiteY100" fmla="*/ 1222258 h 1222258"/>
                <a:gd name="connsiteX101" fmla="*/ 0 w 5608947"/>
                <a:gd name="connsiteY101" fmla="*/ 1222258 h 1222258"/>
                <a:gd name="connsiteX0" fmla="*/ 5504303 w 5531168"/>
                <a:gd name="connsiteY0" fmla="*/ 167439 h 1222258"/>
                <a:gd name="connsiteX1" fmla="*/ 5489899 w 5531168"/>
                <a:gd name="connsiteY1" fmla="*/ 0 h 1222258"/>
                <a:gd name="connsiteX2" fmla="*/ 5531168 w 5531168"/>
                <a:gd name="connsiteY2" fmla="*/ 176193 h 1222258"/>
                <a:gd name="connsiteX3" fmla="*/ 5462927 w 5531168"/>
                <a:gd name="connsiteY3" fmla="*/ 270556 h 1222258"/>
                <a:gd name="connsiteX4" fmla="*/ 5420381 w 5531168"/>
                <a:gd name="connsiteY4" fmla="*/ 373925 h 1222258"/>
                <a:gd name="connsiteX5" fmla="*/ 5376592 w 5531168"/>
                <a:gd name="connsiteY5" fmla="*/ 477503 h 1222258"/>
                <a:gd name="connsiteX6" fmla="*/ 5331483 w 5531168"/>
                <a:gd name="connsiteY6" fmla="*/ 581238 h 1222258"/>
                <a:gd name="connsiteX7" fmla="*/ 5284967 w 5531168"/>
                <a:gd name="connsiteY7" fmla="*/ 685061 h 1222258"/>
                <a:gd name="connsiteX8" fmla="*/ 5236951 w 5531168"/>
                <a:gd name="connsiteY8" fmla="*/ 788881 h 1222258"/>
                <a:gd name="connsiteX9" fmla="*/ 5187335 w 5531168"/>
                <a:gd name="connsiteY9" fmla="*/ 892575 h 1222258"/>
                <a:gd name="connsiteX10" fmla="*/ 5136015 w 5531168"/>
                <a:gd name="connsiteY10" fmla="*/ 995964 h 1222258"/>
                <a:gd name="connsiteX11" fmla="*/ 5082895 w 5531168"/>
                <a:gd name="connsiteY11" fmla="*/ 1098770 h 1222258"/>
                <a:gd name="connsiteX12" fmla="*/ 5027880 w 5531168"/>
                <a:gd name="connsiteY12" fmla="*/ 1200497 h 1222258"/>
                <a:gd name="connsiteX13" fmla="*/ 4971438 w 5531168"/>
                <a:gd name="connsiteY13" fmla="*/ 1222258 h 1222258"/>
                <a:gd name="connsiteX14" fmla="*/ 4914945 w 5531168"/>
                <a:gd name="connsiteY14" fmla="*/ 1222258 h 1222258"/>
                <a:gd name="connsiteX15" fmla="*/ 4858451 w 5531168"/>
                <a:gd name="connsiteY15" fmla="*/ 1222258 h 1222258"/>
                <a:gd name="connsiteX16" fmla="*/ 4801958 w 5531168"/>
                <a:gd name="connsiteY16" fmla="*/ 1222258 h 1222258"/>
                <a:gd name="connsiteX17" fmla="*/ 4745465 w 5531168"/>
                <a:gd name="connsiteY17" fmla="*/ 1222258 h 1222258"/>
                <a:gd name="connsiteX18" fmla="*/ 4688971 w 5531168"/>
                <a:gd name="connsiteY18" fmla="*/ 1222258 h 1222258"/>
                <a:gd name="connsiteX19" fmla="*/ 4632477 w 5531168"/>
                <a:gd name="connsiteY19" fmla="*/ 1222258 h 1222258"/>
                <a:gd name="connsiteX20" fmla="*/ 4575984 w 5531168"/>
                <a:gd name="connsiteY20" fmla="*/ 1222258 h 1222258"/>
                <a:gd name="connsiteX21" fmla="*/ 4519490 w 5531168"/>
                <a:gd name="connsiteY21" fmla="*/ 1222258 h 1222258"/>
                <a:gd name="connsiteX22" fmla="*/ 4462996 w 5531168"/>
                <a:gd name="connsiteY22" fmla="*/ 1222258 h 1222258"/>
                <a:gd name="connsiteX23" fmla="*/ 4406503 w 5531168"/>
                <a:gd name="connsiteY23" fmla="*/ 1222258 h 1222258"/>
                <a:gd name="connsiteX24" fmla="*/ 4350009 w 5531168"/>
                <a:gd name="connsiteY24" fmla="*/ 1222258 h 1222258"/>
                <a:gd name="connsiteX25" fmla="*/ 4293515 w 5531168"/>
                <a:gd name="connsiteY25" fmla="*/ 1222258 h 1222258"/>
                <a:gd name="connsiteX26" fmla="*/ 4237022 w 5531168"/>
                <a:gd name="connsiteY26" fmla="*/ 1222258 h 1222258"/>
                <a:gd name="connsiteX27" fmla="*/ 4180528 w 5531168"/>
                <a:gd name="connsiteY27" fmla="*/ 1222258 h 1222258"/>
                <a:gd name="connsiteX28" fmla="*/ 4124034 w 5531168"/>
                <a:gd name="connsiteY28" fmla="*/ 1222258 h 1222258"/>
                <a:gd name="connsiteX29" fmla="*/ 4067541 w 5531168"/>
                <a:gd name="connsiteY29" fmla="*/ 1222258 h 1222258"/>
                <a:gd name="connsiteX30" fmla="*/ 4011047 w 5531168"/>
                <a:gd name="connsiteY30" fmla="*/ 1222258 h 1222258"/>
                <a:gd name="connsiteX31" fmla="*/ 3954553 w 5531168"/>
                <a:gd name="connsiteY31" fmla="*/ 1222258 h 1222258"/>
                <a:gd name="connsiteX32" fmla="*/ 3898060 w 5531168"/>
                <a:gd name="connsiteY32" fmla="*/ 1222258 h 1222258"/>
                <a:gd name="connsiteX33" fmla="*/ 3841566 w 5531168"/>
                <a:gd name="connsiteY33" fmla="*/ 1222258 h 1222258"/>
                <a:gd name="connsiteX34" fmla="*/ 3785073 w 5531168"/>
                <a:gd name="connsiteY34" fmla="*/ 1222258 h 1222258"/>
                <a:gd name="connsiteX35" fmla="*/ 3728579 w 5531168"/>
                <a:gd name="connsiteY35" fmla="*/ 1222258 h 1222258"/>
                <a:gd name="connsiteX36" fmla="*/ 3672085 w 5531168"/>
                <a:gd name="connsiteY36" fmla="*/ 1222258 h 1222258"/>
                <a:gd name="connsiteX37" fmla="*/ 3615592 w 5531168"/>
                <a:gd name="connsiteY37" fmla="*/ 1222258 h 1222258"/>
                <a:gd name="connsiteX38" fmla="*/ 3559098 w 5531168"/>
                <a:gd name="connsiteY38" fmla="*/ 1222258 h 1222258"/>
                <a:gd name="connsiteX39" fmla="*/ 3502605 w 5531168"/>
                <a:gd name="connsiteY39" fmla="*/ 1222258 h 1222258"/>
                <a:gd name="connsiteX40" fmla="*/ 3446111 w 5531168"/>
                <a:gd name="connsiteY40" fmla="*/ 1222258 h 1222258"/>
                <a:gd name="connsiteX41" fmla="*/ 3389617 w 5531168"/>
                <a:gd name="connsiteY41" fmla="*/ 1222258 h 1222258"/>
                <a:gd name="connsiteX42" fmla="*/ 3333124 w 5531168"/>
                <a:gd name="connsiteY42" fmla="*/ 1222258 h 1222258"/>
                <a:gd name="connsiteX43" fmla="*/ 3276630 w 5531168"/>
                <a:gd name="connsiteY43" fmla="*/ 1222258 h 1222258"/>
                <a:gd name="connsiteX44" fmla="*/ 3220136 w 5531168"/>
                <a:gd name="connsiteY44" fmla="*/ 1222258 h 1222258"/>
                <a:gd name="connsiteX45" fmla="*/ 3163643 w 5531168"/>
                <a:gd name="connsiteY45" fmla="*/ 1222258 h 1222258"/>
                <a:gd name="connsiteX46" fmla="*/ 3107149 w 5531168"/>
                <a:gd name="connsiteY46" fmla="*/ 1222258 h 1222258"/>
                <a:gd name="connsiteX47" fmla="*/ 3050655 w 5531168"/>
                <a:gd name="connsiteY47" fmla="*/ 1222258 h 1222258"/>
                <a:gd name="connsiteX48" fmla="*/ 2994162 w 5531168"/>
                <a:gd name="connsiteY48" fmla="*/ 1222258 h 1222258"/>
                <a:gd name="connsiteX49" fmla="*/ 2937668 w 5531168"/>
                <a:gd name="connsiteY49" fmla="*/ 1222258 h 1222258"/>
                <a:gd name="connsiteX50" fmla="*/ 2881175 w 5531168"/>
                <a:gd name="connsiteY50" fmla="*/ 1222258 h 1222258"/>
                <a:gd name="connsiteX51" fmla="*/ 2824681 w 5531168"/>
                <a:gd name="connsiteY51" fmla="*/ 1222258 h 1222258"/>
                <a:gd name="connsiteX52" fmla="*/ 2768188 w 5531168"/>
                <a:gd name="connsiteY52" fmla="*/ 1222258 h 1222258"/>
                <a:gd name="connsiteX53" fmla="*/ 2711694 w 5531168"/>
                <a:gd name="connsiteY53" fmla="*/ 1222258 h 1222258"/>
                <a:gd name="connsiteX54" fmla="*/ 2655200 w 5531168"/>
                <a:gd name="connsiteY54" fmla="*/ 1222258 h 1222258"/>
                <a:gd name="connsiteX55" fmla="*/ 2598707 w 5531168"/>
                <a:gd name="connsiteY55" fmla="*/ 1222258 h 1222258"/>
                <a:gd name="connsiteX56" fmla="*/ 2542213 w 5531168"/>
                <a:gd name="connsiteY56" fmla="*/ 1222258 h 1222258"/>
                <a:gd name="connsiteX57" fmla="*/ 2485719 w 5531168"/>
                <a:gd name="connsiteY57" fmla="*/ 1222258 h 1222258"/>
                <a:gd name="connsiteX58" fmla="*/ 2429226 w 5531168"/>
                <a:gd name="connsiteY58" fmla="*/ 1222258 h 1222258"/>
                <a:gd name="connsiteX59" fmla="*/ 2372732 w 5531168"/>
                <a:gd name="connsiteY59" fmla="*/ 1222258 h 1222258"/>
                <a:gd name="connsiteX60" fmla="*/ 2316238 w 5531168"/>
                <a:gd name="connsiteY60" fmla="*/ 1222258 h 1222258"/>
                <a:gd name="connsiteX61" fmla="*/ 2259745 w 5531168"/>
                <a:gd name="connsiteY61" fmla="*/ 1222258 h 1222258"/>
                <a:gd name="connsiteX62" fmla="*/ 2203251 w 5531168"/>
                <a:gd name="connsiteY62" fmla="*/ 1222258 h 1222258"/>
                <a:gd name="connsiteX63" fmla="*/ 2146758 w 5531168"/>
                <a:gd name="connsiteY63" fmla="*/ 1222258 h 1222258"/>
                <a:gd name="connsiteX64" fmla="*/ 2090264 w 5531168"/>
                <a:gd name="connsiteY64" fmla="*/ 1222258 h 1222258"/>
                <a:gd name="connsiteX65" fmla="*/ 2033770 w 5531168"/>
                <a:gd name="connsiteY65" fmla="*/ 1222258 h 1222258"/>
                <a:gd name="connsiteX66" fmla="*/ 1977277 w 5531168"/>
                <a:gd name="connsiteY66" fmla="*/ 1222258 h 1222258"/>
                <a:gd name="connsiteX67" fmla="*/ 1920783 w 5531168"/>
                <a:gd name="connsiteY67" fmla="*/ 1222258 h 1222258"/>
                <a:gd name="connsiteX68" fmla="*/ 1864290 w 5531168"/>
                <a:gd name="connsiteY68" fmla="*/ 1222258 h 1222258"/>
                <a:gd name="connsiteX69" fmla="*/ 1807796 w 5531168"/>
                <a:gd name="connsiteY69" fmla="*/ 1222258 h 1222258"/>
                <a:gd name="connsiteX70" fmla="*/ 1751302 w 5531168"/>
                <a:gd name="connsiteY70" fmla="*/ 1222258 h 1222258"/>
                <a:gd name="connsiteX71" fmla="*/ 1694809 w 5531168"/>
                <a:gd name="connsiteY71" fmla="*/ 1222258 h 1222258"/>
                <a:gd name="connsiteX72" fmla="*/ 1638315 w 5531168"/>
                <a:gd name="connsiteY72" fmla="*/ 1222258 h 1222258"/>
                <a:gd name="connsiteX73" fmla="*/ 1581821 w 5531168"/>
                <a:gd name="connsiteY73" fmla="*/ 1222258 h 1222258"/>
                <a:gd name="connsiteX74" fmla="*/ 1525328 w 5531168"/>
                <a:gd name="connsiteY74" fmla="*/ 1222258 h 1222258"/>
                <a:gd name="connsiteX75" fmla="*/ 1468834 w 5531168"/>
                <a:gd name="connsiteY75" fmla="*/ 1222258 h 1222258"/>
                <a:gd name="connsiteX76" fmla="*/ 1412340 w 5531168"/>
                <a:gd name="connsiteY76" fmla="*/ 1222258 h 1222258"/>
                <a:gd name="connsiteX77" fmla="*/ 1355847 w 5531168"/>
                <a:gd name="connsiteY77" fmla="*/ 1222258 h 1222258"/>
                <a:gd name="connsiteX78" fmla="*/ 1299353 w 5531168"/>
                <a:gd name="connsiteY78" fmla="*/ 1222258 h 1222258"/>
                <a:gd name="connsiteX79" fmla="*/ 1242860 w 5531168"/>
                <a:gd name="connsiteY79" fmla="*/ 1222258 h 1222258"/>
                <a:gd name="connsiteX80" fmla="*/ 1186366 w 5531168"/>
                <a:gd name="connsiteY80" fmla="*/ 1222258 h 1222258"/>
                <a:gd name="connsiteX81" fmla="*/ 1129872 w 5531168"/>
                <a:gd name="connsiteY81" fmla="*/ 1222258 h 1222258"/>
                <a:gd name="connsiteX82" fmla="*/ 1073379 w 5531168"/>
                <a:gd name="connsiteY82" fmla="*/ 1222258 h 1222258"/>
                <a:gd name="connsiteX83" fmla="*/ 1016885 w 5531168"/>
                <a:gd name="connsiteY83" fmla="*/ 1222258 h 1222258"/>
                <a:gd name="connsiteX84" fmla="*/ 960392 w 5531168"/>
                <a:gd name="connsiteY84" fmla="*/ 1222258 h 1222258"/>
                <a:gd name="connsiteX85" fmla="*/ 903898 w 5531168"/>
                <a:gd name="connsiteY85" fmla="*/ 1222258 h 1222258"/>
                <a:gd name="connsiteX86" fmla="*/ 847404 w 5531168"/>
                <a:gd name="connsiteY86" fmla="*/ 1222258 h 1222258"/>
                <a:gd name="connsiteX87" fmla="*/ 790911 w 5531168"/>
                <a:gd name="connsiteY87" fmla="*/ 1222258 h 1222258"/>
                <a:gd name="connsiteX88" fmla="*/ 734417 w 5531168"/>
                <a:gd name="connsiteY88" fmla="*/ 1222258 h 1222258"/>
                <a:gd name="connsiteX89" fmla="*/ 677923 w 5531168"/>
                <a:gd name="connsiteY89" fmla="*/ 1222258 h 1222258"/>
                <a:gd name="connsiteX90" fmla="*/ 621430 w 5531168"/>
                <a:gd name="connsiteY90" fmla="*/ 1222258 h 1222258"/>
                <a:gd name="connsiteX91" fmla="*/ 564936 w 5531168"/>
                <a:gd name="connsiteY91" fmla="*/ 1222258 h 1222258"/>
                <a:gd name="connsiteX92" fmla="*/ 508443 w 5531168"/>
                <a:gd name="connsiteY92" fmla="*/ 1222258 h 1222258"/>
                <a:gd name="connsiteX93" fmla="*/ 451949 w 5531168"/>
                <a:gd name="connsiteY93" fmla="*/ 1222258 h 1222258"/>
                <a:gd name="connsiteX94" fmla="*/ 395455 w 5531168"/>
                <a:gd name="connsiteY94" fmla="*/ 1222258 h 1222258"/>
                <a:gd name="connsiteX95" fmla="*/ 338962 w 5531168"/>
                <a:gd name="connsiteY95" fmla="*/ 1222258 h 1222258"/>
                <a:gd name="connsiteX96" fmla="*/ 282468 w 5531168"/>
                <a:gd name="connsiteY96" fmla="*/ 1222258 h 1222258"/>
                <a:gd name="connsiteX97" fmla="*/ 225974 w 5531168"/>
                <a:gd name="connsiteY97" fmla="*/ 1222258 h 1222258"/>
                <a:gd name="connsiteX98" fmla="*/ 169481 w 5531168"/>
                <a:gd name="connsiteY98" fmla="*/ 1222258 h 1222258"/>
                <a:gd name="connsiteX99" fmla="*/ 112987 w 5531168"/>
                <a:gd name="connsiteY99" fmla="*/ 1222258 h 1222258"/>
                <a:gd name="connsiteX100" fmla="*/ 56494 w 5531168"/>
                <a:gd name="connsiteY100" fmla="*/ 1222258 h 1222258"/>
                <a:gd name="connsiteX101" fmla="*/ 0 w 5531168"/>
                <a:gd name="connsiteY101" fmla="*/ 1222258 h 1222258"/>
                <a:gd name="connsiteX0" fmla="*/ 5504303 w 5642281"/>
                <a:gd name="connsiteY0" fmla="*/ 167439 h 1222258"/>
                <a:gd name="connsiteX1" fmla="*/ 5489899 w 5642281"/>
                <a:gd name="connsiteY1" fmla="*/ 0 h 1222258"/>
                <a:gd name="connsiteX2" fmla="*/ 5642281 w 5642281"/>
                <a:gd name="connsiteY2" fmla="*/ 161906 h 1222258"/>
                <a:gd name="connsiteX3" fmla="*/ 5462927 w 5642281"/>
                <a:gd name="connsiteY3" fmla="*/ 270556 h 1222258"/>
                <a:gd name="connsiteX4" fmla="*/ 5420381 w 5642281"/>
                <a:gd name="connsiteY4" fmla="*/ 373925 h 1222258"/>
                <a:gd name="connsiteX5" fmla="*/ 5376592 w 5642281"/>
                <a:gd name="connsiteY5" fmla="*/ 477503 h 1222258"/>
                <a:gd name="connsiteX6" fmla="*/ 5331483 w 5642281"/>
                <a:gd name="connsiteY6" fmla="*/ 581238 h 1222258"/>
                <a:gd name="connsiteX7" fmla="*/ 5284967 w 5642281"/>
                <a:gd name="connsiteY7" fmla="*/ 685061 h 1222258"/>
                <a:gd name="connsiteX8" fmla="*/ 5236951 w 5642281"/>
                <a:gd name="connsiteY8" fmla="*/ 788881 h 1222258"/>
                <a:gd name="connsiteX9" fmla="*/ 5187335 w 5642281"/>
                <a:gd name="connsiteY9" fmla="*/ 892575 h 1222258"/>
                <a:gd name="connsiteX10" fmla="*/ 5136015 w 5642281"/>
                <a:gd name="connsiteY10" fmla="*/ 995964 h 1222258"/>
                <a:gd name="connsiteX11" fmla="*/ 5082895 w 5642281"/>
                <a:gd name="connsiteY11" fmla="*/ 1098770 h 1222258"/>
                <a:gd name="connsiteX12" fmla="*/ 5027880 w 5642281"/>
                <a:gd name="connsiteY12" fmla="*/ 1200497 h 1222258"/>
                <a:gd name="connsiteX13" fmla="*/ 4971438 w 5642281"/>
                <a:gd name="connsiteY13" fmla="*/ 1222258 h 1222258"/>
                <a:gd name="connsiteX14" fmla="*/ 4914945 w 5642281"/>
                <a:gd name="connsiteY14" fmla="*/ 1222258 h 1222258"/>
                <a:gd name="connsiteX15" fmla="*/ 4858451 w 5642281"/>
                <a:gd name="connsiteY15" fmla="*/ 1222258 h 1222258"/>
                <a:gd name="connsiteX16" fmla="*/ 4801958 w 5642281"/>
                <a:gd name="connsiteY16" fmla="*/ 1222258 h 1222258"/>
                <a:gd name="connsiteX17" fmla="*/ 4745465 w 5642281"/>
                <a:gd name="connsiteY17" fmla="*/ 1222258 h 1222258"/>
                <a:gd name="connsiteX18" fmla="*/ 4688971 w 5642281"/>
                <a:gd name="connsiteY18" fmla="*/ 1222258 h 1222258"/>
                <a:gd name="connsiteX19" fmla="*/ 4632477 w 5642281"/>
                <a:gd name="connsiteY19" fmla="*/ 1222258 h 1222258"/>
                <a:gd name="connsiteX20" fmla="*/ 4575984 w 5642281"/>
                <a:gd name="connsiteY20" fmla="*/ 1222258 h 1222258"/>
                <a:gd name="connsiteX21" fmla="*/ 4519490 w 5642281"/>
                <a:gd name="connsiteY21" fmla="*/ 1222258 h 1222258"/>
                <a:gd name="connsiteX22" fmla="*/ 4462996 w 5642281"/>
                <a:gd name="connsiteY22" fmla="*/ 1222258 h 1222258"/>
                <a:gd name="connsiteX23" fmla="*/ 4406503 w 5642281"/>
                <a:gd name="connsiteY23" fmla="*/ 1222258 h 1222258"/>
                <a:gd name="connsiteX24" fmla="*/ 4350009 w 5642281"/>
                <a:gd name="connsiteY24" fmla="*/ 1222258 h 1222258"/>
                <a:gd name="connsiteX25" fmla="*/ 4293515 w 5642281"/>
                <a:gd name="connsiteY25" fmla="*/ 1222258 h 1222258"/>
                <a:gd name="connsiteX26" fmla="*/ 4237022 w 5642281"/>
                <a:gd name="connsiteY26" fmla="*/ 1222258 h 1222258"/>
                <a:gd name="connsiteX27" fmla="*/ 4180528 w 5642281"/>
                <a:gd name="connsiteY27" fmla="*/ 1222258 h 1222258"/>
                <a:gd name="connsiteX28" fmla="*/ 4124034 w 5642281"/>
                <a:gd name="connsiteY28" fmla="*/ 1222258 h 1222258"/>
                <a:gd name="connsiteX29" fmla="*/ 4067541 w 5642281"/>
                <a:gd name="connsiteY29" fmla="*/ 1222258 h 1222258"/>
                <a:gd name="connsiteX30" fmla="*/ 4011047 w 5642281"/>
                <a:gd name="connsiteY30" fmla="*/ 1222258 h 1222258"/>
                <a:gd name="connsiteX31" fmla="*/ 3954553 w 5642281"/>
                <a:gd name="connsiteY31" fmla="*/ 1222258 h 1222258"/>
                <a:gd name="connsiteX32" fmla="*/ 3898060 w 5642281"/>
                <a:gd name="connsiteY32" fmla="*/ 1222258 h 1222258"/>
                <a:gd name="connsiteX33" fmla="*/ 3841566 w 5642281"/>
                <a:gd name="connsiteY33" fmla="*/ 1222258 h 1222258"/>
                <a:gd name="connsiteX34" fmla="*/ 3785073 w 5642281"/>
                <a:gd name="connsiteY34" fmla="*/ 1222258 h 1222258"/>
                <a:gd name="connsiteX35" fmla="*/ 3728579 w 5642281"/>
                <a:gd name="connsiteY35" fmla="*/ 1222258 h 1222258"/>
                <a:gd name="connsiteX36" fmla="*/ 3672085 w 5642281"/>
                <a:gd name="connsiteY36" fmla="*/ 1222258 h 1222258"/>
                <a:gd name="connsiteX37" fmla="*/ 3615592 w 5642281"/>
                <a:gd name="connsiteY37" fmla="*/ 1222258 h 1222258"/>
                <a:gd name="connsiteX38" fmla="*/ 3559098 w 5642281"/>
                <a:gd name="connsiteY38" fmla="*/ 1222258 h 1222258"/>
                <a:gd name="connsiteX39" fmla="*/ 3502605 w 5642281"/>
                <a:gd name="connsiteY39" fmla="*/ 1222258 h 1222258"/>
                <a:gd name="connsiteX40" fmla="*/ 3446111 w 5642281"/>
                <a:gd name="connsiteY40" fmla="*/ 1222258 h 1222258"/>
                <a:gd name="connsiteX41" fmla="*/ 3389617 w 5642281"/>
                <a:gd name="connsiteY41" fmla="*/ 1222258 h 1222258"/>
                <a:gd name="connsiteX42" fmla="*/ 3333124 w 5642281"/>
                <a:gd name="connsiteY42" fmla="*/ 1222258 h 1222258"/>
                <a:gd name="connsiteX43" fmla="*/ 3276630 w 5642281"/>
                <a:gd name="connsiteY43" fmla="*/ 1222258 h 1222258"/>
                <a:gd name="connsiteX44" fmla="*/ 3220136 w 5642281"/>
                <a:gd name="connsiteY44" fmla="*/ 1222258 h 1222258"/>
                <a:gd name="connsiteX45" fmla="*/ 3163643 w 5642281"/>
                <a:gd name="connsiteY45" fmla="*/ 1222258 h 1222258"/>
                <a:gd name="connsiteX46" fmla="*/ 3107149 w 5642281"/>
                <a:gd name="connsiteY46" fmla="*/ 1222258 h 1222258"/>
                <a:gd name="connsiteX47" fmla="*/ 3050655 w 5642281"/>
                <a:gd name="connsiteY47" fmla="*/ 1222258 h 1222258"/>
                <a:gd name="connsiteX48" fmla="*/ 2994162 w 5642281"/>
                <a:gd name="connsiteY48" fmla="*/ 1222258 h 1222258"/>
                <a:gd name="connsiteX49" fmla="*/ 2937668 w 5642281"/>
                <a:gd name="connsiteY49" fmla="*/ 1222258 h 1222258"/>
                <a:gd name="connsiteX50" fmla="*/ 2881175 w 5642281"/>
                <a:gd name="connsiteY50" fmla="*/ 1222258 h 1222258"/>
                <a:gd name="connsiteX51" fmla="*/ 2824681 w 5642281"/>
                <a:gd name="connsiteY51" fmla="*/ 1222258 h 1222258"/>
                <a:gd name="connsiteX52" fmla="*/ 2768188 w 5642281"/>
                <a:gd name="connsiteY52" fmla="*/ 1222258 h 1222258"/>
                <a:gd name="connsiteX53" fmla="*/ 2711694 w 5642281"/>
                <a:gd name="connsiteY53" fmla="*/ 1222258 h 1222258"/>
                <a:gd name="connsiteX54" fmla="*/ 2655200 w 5642281"/>
                <a:gd name="connsiteY54" fmla="*/ 1222258 h 1222258"/>
                <a:gd name="connsiteX55" fmla="*/ 2598707 w 5642281"/>
                <a:gd name="connsiteY55" fmla="*/ 1222258 h 1222258"/>
                <a:gd name="connsiteX56" fmla="*/ 2542213 w 5642281"/>
                <a:gd name="connsiteY56" fmla="*/ 1222258 h 1222258"/>
                <a:gd name="connsiteX57" fmla="*/ 2485719 w 5642281"/>
                <a:gd name="connsiteY57" fmla="*/ 1222258 h 1222258"/>
                <a:gd name="connsiteX58" fmla="*/ 2429226 w 5642281"/>
                <a:gd name="connsiteY58" fmla="*/ 1222258 h 1222258"/>
                <a:gd name="connsiteX59" fmla="*/ 2372732 w 5642281"/>
                <a:gd name="connsiteY59" fmla="*/ 1222258 h 1222258"/>
                <a:gd name="connsiteX60" fmla="*/ 2316238 w 5642281"/>
                <a:gd name="connsiteY60" fmla="*/ 1222258 h 1222258"/>
                <a:gd name="connsiteX61" fmla="*/ 2259745 w 5642281"/>
                <a:gd name="connsiteY61" fmla="*/ 1222258 h 1222258"/>
                <a:gd name="connsiteX62" fmla="*/ 2203251 w 5642281"/>
                <a:gd name="connsiteY62" fmla="*/ 1222258 h 1222258"/>
                <a:gd name="connsiteX63" fmla="*/ 2146758 w 5642281"/>
                <a:gd name="connsiteY63" fmla="*/ 1222258 h 1222258"/>
                <a:gd name="connsiteX64" fmla="*/ 2090264 w 5642281"/>
                <a:gd name="connsiteY64" fmla="*/ 1222258 h 1222258"/>
                <a:gd name="connsiteX65" fmla="*/ 2033770 w 5642281"/>
                <a:gd name="connsiteY65" fmla="*/ 1222258 h 1222258"/>
                <a:gd name="connsiteX66" fmla="*/ 1977277 w 5642281"/>
                <a:gd name="connsiteY66" fmla="*/ 1222258 h 1222258"/>
                <a:gd name="connsiteX67" fmla="*/ 1920783 w 5642281"/>
                <a:gd name="connsiteY67" fmla="*/ 1222258 h 1222258"/>
                <a:gd name="connsiteX68" fmla="*/ 1864290 w 5642281"/>
                <a:gd name="connsiteY68" fmla="*/ 1222258 h 1222258"/>
                <a:gd name="connsiteX69" fmla="*/ 1807796 w 5642281"/>
                <a:gd name="connsiteY69" fmla="*/ 1222258 h 1222258"/>
                <a:gd name="connsiteX70" fmla="*/ 1751302 w 5642281"/>
                <a:gd name="connsiteY70" fmla="*/ 1222258 h 1222258"/>
                <a:gd name="connsiteX71" fmla="*/ 1694809 w 5642281"/>
                <a:gd name="connsiteY71" fmla="*/ 1222258 h 1222258"/>
                <a:gd name="connsiteX72" fmla="*/ 1638315 w 5642281"/>
                <a:gd name="connsiteY72" fmla="*/ 1222258 h 1222258"/>
                <a:gd name="connsiteX73" fmla="*/ 1581821 w 5642281"/>
                <a:gd name="connsiteY73" fmla="*/ 1222258 h 1222258"/>
                <a:gd name="connsiteX74" fmla="*/ 1525328 w 5642281"/>
                <a:gd name="connsiteY74" fmla="*/ 1222258 h 1222258"/>
                <a:gd name="connsiteX75" fmla="*/ 1468834 w 5642281"/>
                <a:gd name="connsiteY75" fmla="*/ 1222258 h 1222258"/>
                <a:gd name="connsiteX76" fmla="*/ 1412340 w 5642281"/>
                <a:gd name="connsiteY76" fmla="*/ 1222258 h 1222258"/>
                <a:gd name="connsiteX77" fmla="*/ 1355847 w 5642281"/>
                <a:gd name="connsiteY77" fmla="*/ 1222258 h 1222258"/>
                <a:gd name="connsiteX78" fmla="*/ 1299353 w 5642281"/>
                <a:gd name="connsiteY78" fmla="*/ 1222258 h 1222258"/>
                <a:gd name="connsiteX79" fmla="*/ 1242860 w 5642281"/>
                <a:gd name="connsiteY79" fmla="*/ 1222258 h 1222258"/>
                <a:gd name="connsiteX80" fmla="*/ 1186366 w 5642281"/>
                <a:gd name="connsiteY80" fmla="*/ 1222258 h 1222258"/>
                <a:gd name="connsiteX81" fmla="*/ 1129872 w 5642281"/>
                <a:gd name="connsiteY81" fmla="*/ 1222258 h 1222258"/>
                <a:gd name="connsiteX82" fmla="*/ 1073379 w 5642281"/>
                <a:gd name="connsiteY82" fmla="*/ 1222258 h 1222258"/>
                <a:gd name="connsiteX83" fmla="*/ 1016885 w 5642281"/>
                <a:gd name="connsiteY83" fmla="*/ 1222258 h 1222258"/>
                <a:gd name="connsiteX84" fmla="*/ 960392 w 5642281"/>
                <a:gd name="connsiteY84" fmla="*/ 1222258 h 1222258"/>
                <a:gd name="connsiteX85" fmla="*/ 903898 w 5642281"/>
                <a:gd name="connsiteY85" fmla="*/ 1222258 h 1222258"/>
                <a:gd name="connsiteX86" fmla="*/ 847404 w 5642281"/>
                <a:gd name="connsiteY86" fmla="*/ 1222258 h 1222258"/>
                <a:gd name="connsiteX87" fmla="*/ 790911 w 5642281"/>
                <a:gd name="connsiteY87" fmla="*/ 1222258 h 1222258"/>
                <a:gd name="connsiteX88" fmla="*/ 734417 w 5642281"/>
                <a:gd name="connsiteY88" fmla="*/ 1222258 h 1222258"/>
                <a:gd name="connsiteX89" fmla="*/ 677923 w 5642281"/>
                <a:gd name="connsiteY89" fmla="*/ 1222258 h 1222258"/>
                <a:gd name="connsiteX90" fmla="*/ 621430 w 5642281"/>
                <a:gd name="connsiteY90" fmla="*/ 1222258 h 1222258"/>
                <a:gd name="connsiteX91" fmla="*/ 564936 w 5642281"/>
                <a:gd name="connsiteY91" fmla="*/ 1222258 h 1222258"/>
                <a:gd name="connsiteX92" fmla="*/ 508443 w 5642281"/>
                <a:gd name="connsiteY92" fmla="*/ 1222258 h 1222258"/>
                <a:gd name="connsiteX93" fmla="*/ 451949 w 5642281"/>
                <a:gd name="connsiteY93" fmla="*/ 1222258 h 1222258"/>
                <a:gd name="connsiteX94" fmla="*/ 395455 w 5642281"/>
                <a:gd name="connsiteY94" fmla="*/ 1222258 h 1222258"/>
                <a:gd name="connsiteX95" fmla="*/ 338962 w 5642281"/>
                <a:gd name="connsiteY95" fmla="*/ 1222258 h 1222258"/>
                <a:gd name="connsiteX96" fmla="*/ 282468 w 5642281"/>
                <a:gd name="connsiteY96" fmla="*/ 1222258 h 1222258"/>
                <a:gd name="connsiteX97" fmla="*/ 225974 w 5642281"/>
                <a:gd name="connsiteY97" fmla="*/ 1222258 h 1222258"/>
                <a:gd name="connsiteX98" fmla="*/ 169481 w 5642281"/>
                <a:gd name="connsiteY98" fmla="*/ 1222258 h 1222258"/>
                <a:gd name="connsiteX99" fmla="*/ 112987 w 5642281"/>
                <a:gd name="connsiteY99" fmla="*/ 1222258 h 1222258"/>
                <a:gd name="connsiteX100" fmla="*/ 56494 w 5642281"/>
                <a:gd name="connsiteY100" fmla="*/ 1222258 h 1222258"/>
                <a:gd name="connsiteX101" fmla="*/ 0 w 5642281"/>
                <a:gd name="connsiteY101" fmla="*/ 1222258 h 1222258"/>
                <a:gd name="connsiteX0" fmla="*/ 5269379 w 5642281"/>
                <a:gd name="connsiteY0" fmla="*/ 0 h 1231013"/>
                <a:gd name="connsiteX1" fmla="*/ 5489899 w 5642281"/>
                <a:gd name="connsiteY1" fmla="*/ 8755 h 1231013"/>
                <a:gd name="connsiteX2" fmla="*/ 5642281 w 5642281"/>
                <a:gd name="connsiteY2" fmla="*/ 170661 h 1231013"/>
                <a:gd name="connsiteX3" fmla="*/ 5462927 w 5642281"/>
                <a:gd name="connsiteY3" fmla="*/ 279311 h 1231013"/>
                <a:gd name="connsiteX4" fmla="*/ 5420381 w 5642281"/>
                <a:gd name="connsiteY4" fmla="*/ 382680 h 1231013"/>
                <a:gd name="connsiteX5" fmla="*/ 5376592 w 5642281"/>
                <a:gd name="connsiteY5" fmla="*/ 486258 h 1231013"/>
                <a:gd name="connsiteX6" fmla="*/ 5331483 w 5642281"/>
                <a:gd name="connsiteY6" fmla="*/ 589993 h 1231013"/>
                <a:gd name="connsiteX7" fmla="*/ 5284967 w 5642281"/>
                <a:gd name="connsiteY7" fmla="*/ 693816 h 1231013"/>
                <a:gd name="connsiteX8" fmla="*/ 5236951 w 5642281"/>
                <a:gd name="connsiteY8" fmla="*/ 797636 h 1231013"/>
                <a:gd name="connsiteX9" fmla="*/ 5187335 w 5642281"/>
                <a:gd name="connsiteY9" fmla="*/ 901330 h 1231013"/>
                <a:gd name="connsiteX10" fmla="*/ 5136015 w 5642281"/>
                <a:gd name="connsiteY10" fmla="*/ 1004719 h 1231013"/>
                <a:gd name="connsiteX11" fmla="*/ 5082895 w 5642281"/>
                <a:gd name="connsiteY11" fmla="*/ 1107525 h 1231013"/>
                <a:gd name="connsiteX12" fmla="*/ 5027880 w 5642281"/>
                <a:gd name="connsiteY12" fmla="*/ 1209252 h 1231013"/>
                <a:gd name="connsiteX13" fmla="*/ 4971438 w 5642281"/>
                <a:gd name="connsiteY13" fmla="*/ 1231013 h 1231013"/>
                <a:gd name="connsiteX14" fmla="*/ 4914945 w 5642281"/>
                <a:gd name="connsiteY14" fmla="*/ 1231013 h 1231013"/>
                <a:gd name="connsiteX15" fmla="*/ 4858451 w 5642281"/>
                <a:gd name="connsiteY15" fmla="*/ 1231013 h 1231013"/>
                <a:gd name="connsiteX16" fmla="*/ 4801958 w 5642281"/>
                <a:gd name="connsiteY16" fmla="*/ 1231013 h 1231013"/>
                <a:gd name="connsiteX17" fmla="*/ 4745465 w 5642281"/>
                <a:gd name="connsiteY17" fmla="*/ 1231013 h 1231013"/>
                <a:gd name="connsiteX18" fmla="*/ 4688971 w 5642281"/>
                <a:gd name="connsiteY18" fmla="*/ 1231013 h 1231013"/>
                <a:gd name="connsiteX19" fmla="*/ 4632477 w 5642281"/>
                <a:gd name="connsiteY19" fmla="*/ 1231013 h 1231013"/>
                <a:gd name="connsiteX20" fmla="*/ 4575984 w 5642281"/>
                <a:gd name="connsiteY20" fmla="*/ 1231013 h 1231013"/>
                <a:gd name="connsiteX21" fmla="*/ 4519490 w 5642281"/>
                <a:gd name="connsiteY21" fmla="*/ 1231013 h 1231013"/>
                <a:gd name="connsiteX22" fmla="*/ 4462996 w 5642281"/>
                <a:gd name="connsiteY22" fmla="*/ 1231013 h 1231013"/>
                <a:gd name="connsiteX23" fmla="*/ 4406503 w 5642281"/>
                <a:gd name="connsiteY23" fmla="*/ 1231013 h 1231013"/>
                <a:gd name="connsiteX24" fmla="*/ 4350009 w 5642281"/>
                <a:gd name="connsiteY24" fmla="*/ 1231013 h 1231013"/>
                <a:gd name="connsiteX25" fmla="*/ 4293515 w 5642281"/>
                <a:gd name="connsiteY25" fmla="*/ 1231013 h 1231013"/>
                <a:gd name="connsiteX26" fmla="*/ 4237022 w 5642281"/>
                <a:gd name="connsiteY26" fmla="*/ 1231013 h 1231013"/>
                <a:gd name="connsiteX27" fmla="*/ 4180528 w 5642281"/>
                <a:gd name="connsiteY27" fmla="*/ 1231013 h 1231013"/>
                <a:gd name="connsiteX28" fmla="*/ 4124034 w 5642281"/>
                <a:gd name="connsiteY28" fmla="*/ 1231013 h 1231013"/>
                <a:gd name="connsiteX29" fmla="*/ 4067541 w 5642281"/>
                <a:gd name="connsiteY29" fmla="*/ 1231013 h 1231013"/>
                <a:gd name="connsiteX30" fmla="*/ 4011047 w 5642281"/>
                <a:gd name="connsiteY30" fmla="*/ 1231013 h 1231013"/>
                <a:gd name="connsiteX31" fmla="*/ 3954553 w 5642281"/>
                <a:gd name="connsiteY31" fmla="*/ 1231013 h 1231013"/>
                <a:gd name="connsiteX32" fmla="*/ 3898060 w 5642281"/>
                <a:gd name="connsiteY32" fmla="*/ 1231013 h 1231013"/>
                <a:gd name="connsiteX33" fmla="*/ 3841566 w 5642281"/>
                <a:gd name="connsiteY33" fmla="*/ 1231013 h 1231013"/>
                <a:gd name="connsiteX34" fmla="*/ 3785073 w 5642281"/>
                <a:gd name="connsiteY34" fmla="*/ 1231013 h 1231013"/>
                <a:gd name="connsiteX35" fmla="*/ 3728579 w 5642281"/>
                <a:gd name="connsiteY35" fmla="*/ 1231013 h 1231013"/>
                <a:gd name="connsiteX36" fmla="*/ 3672085 w 5642281"/>
                <a:gd name="connsiteY36" fmla="*/ 1231013 h 1231013"/>
                <a:gd name="connsiteX37" fmla="*/ 3615592 w 5642281"/>
                <a:gd name="connsiteY37" fmla="*/ 1231013 h 1231013"/>
                <a:gd name="connsiteX38" fmla="*/ 3559098 w 5642281"/>
                <a:gd name="connsiteY38" fmla="*/ 1231013 h 1231013"/>
                <a:gd name="connsiteX39" fmla="*/ 3502605 w 5642281"/>
                <a:gd name="connsiteY39" fmla="*/ 1231013 h 1231013"/>
                <a:gd name="connsiteX40" fmla="*/ 3446111 w 5642281"/>
                <a:gd name="connsiteY40" fmla="*/ 1231013 h 1231013"/>
                <a:gd name="connsiteX41" fmla="*/ 3389617 w 5642281"/>
                <a:gd name="connsiteY41" fmla="*/ 1231013 h 1231013"/>
                <a:gd name="connsiteX42" fmla="*/ 3333124 w 5642281"/>
                <a:gd name="connsiteY42" fmla="*/ 1231013 h 1231013"/>
                <a:gd name="connsiteX43" fmla="*/ 3276630 w 5642281"/>
                <a:gd name="connsiteY43" fmla="*/ 1231013 h 1231013"/>
                <a:gd name="connsiteX44" fmla="*/ 3220136 w 5642281"/>
                <a:gd name="connsiteY44" fmla="*/ 1231013 h 1231013"/>
                <a:gd name="connsiteX45" fmla="*/ 3163643 w 5642281"/>
                <a:gd name="connsiteY45" fmla="*/ 1231013 h 1231013"/>
                <a:gd name="connsiteX46" fmla="*/ 3107149 w 5642281"/>
                <a:gd name="connsiteY46" fmla="*/ 1231013 h 1231013"/>
                <a:gd name="connsiteX47" fmla="*/ 3050655 w 5642281"/>
                <a:gd name="connsiteY47" fmla="*/ 1231013 h 1231013"/>
                <a:gd name="connsiteX48" fmla="*/ 2994162 w 5642281"/>
                <a:gd name="connsiteY48" fmla="*/ 1231013 h 1231013"/>
                <a:gd name="connsiteX49" fmla="*/ 2937668 w 5642281"/>
                <a:gd name="connsiteY49" fmla="*/ 1231013 h 1231013"/>
                <a:gd name="connsiteX50" fmla="*/ 2881175 w 5642281"/>
                <a:gd name="connsiteY50" fmla="*/ 1231013 h 1231013"/>
                <a:gd name="connsiteX51" fmla="*/ 2824681 w 5642281"/>
                <a:gd name="connsiteY51" fmla="*/ 1231013 h 1231013"/>
                <a:gd name="connsiteX52" fmla="*/ 2768188 w 5642281"/>
                <a:gd name="connsiteY52" fmla="*/ 1231013 h 1231013"/>
                <a:gd name="connsiteX53" fmla="*/ 2711694 w 5642281"/>
                <a:gd name="connsiteY53" fmla="*/ 1231013 h 1231013"/>
                <a:gd name="connsiteX54" fmla="*/ 2655200 w 5642281"/>
                <a:gd name="connsiteY54" fmla="*/ 1231013 h 1231013"/>
                <a:gd name="connsiteX55" fmla="*/ 2598707 w 5642281"/>
                <a:gd name="connsiteY55" fmla="*/ 1231013 h 1231013"/>
                <a:gd name="connsiteX56" fmla="*/ 2542213 w 5642281"/>
                <a:gd name="connsiteY56" fmla="*/ 1231013 h 1231013"/>
                <a:gd name="connsiteX57" fmla="*/ 2485719 w 5642281"/>
                <a:gd name="connsiteY57" fmla="*/ 1231013 h 1231013"/>
                <a:gd name="connsiteX58" fmla="*/ 2429226 w 5642281"/>
                <a:gd name="connsiteY58" fmla="*/ 1231013 h 1231013"/>
                <a:gd name="connsiteX59" fmla="*/ 2372732 w 5642281"/>
                <a:gd name="connsiteY59" fmla="*/ 1231013 h 1231013"/>
                <a:gd name="connsiteX60" fmla="*/ 2316238 w 5642281"/>
                <a:gd name="connsiteY60" fmla="*/ 1231013 h 1231013"/>
                <a:gd name="connsiteX61" fmla="*/ 2259745 w 5642281"/>
                <a:gd name="connsiteY61" fmla="*/ 1231013 h 1231013"/>
                <a:gd name="connsiteX62" fmla="*/ 2203251 w 5642281"/>
                <a:gd name="connsiteY62" fmla="*/ 1231013 h 1231013"/>
                <a:gd name="connsiteX63" fmla="*/ 2146758 w 5642281"/>
                <a:gd name="connsiteY63" fmla="*/ 1231013 h 1231013"/>
                <a:gd name="connsiteX64" fmla="*/ 2090264 w 5642281"/>
                <a:gd name="connsiteY64" fmla="*/ 1231013 h 1231013"/>
                <a:gd name="connsiteX65" fmla="*/ 2033770 w 5642281"/>
                <a:gd name="connsiteY65" fmla="*/ 1231013 h 1231013"/>
                <a:gd name="connsiteX66" fmla="*/ 1977277 w 5642281"/>
                <a:gd name="connsiteY66" fmla="*/ 1231013 h 1231013"/>
                <a:gd name="connsiteX67" fmla="*/ 1920783 w 5642281"/>
                <a:gd name="connsiteY67" fmla="*/ 1231013 h 1231013"/>
                <a:gd name="connsiteX68" fmla="*/ 1864290 w 5642281"/>
                <a:gd name="connsiteY68" fmla="*/ 1231013 h 1231013"/>
                <a:gd name="connsiteX69" fmla="*/ 1807796 w 5642281"/>
                <a:gd name="connsiteY69" fmla="*/ 1231013 h 1231013"/>
                <a:gd name="connsiteX70" fmla="*/ 1751302 w 5642281"/>
                <a:gd name="connsiteY70" fmla="*/ 1231013 h 1231013"/>
                <a:gd name="connsiteX71" fmla="*/ 1694809 w 5642281"/>
                <a:gd name="connsiteY71" fmla="*/ 1231013 h 1231013"/>
                <a:gd name="connsiteX72" fmla="*/ 1638315 w 5642281"/>
                <a:gd name="connsiteY72" fmla="*/ 1231013 h 1231013"/>
                <a:gd name="connsiteX73" fmla="*/ 1581821 w 5642281"/>
                <a:gd name="connsiteY73" fmla="*/ 1231013 h 1231013"/>
                <a:gd name="connsiteX74" fmla="*/ 1525328 w 5642281"/>
                <a:gd name="connsiteY74" fmla="*/ 1231013 h 1231013"/>
                <a:gd name="connsiteX75" fmla="*/ 1468834 w 5642281"/>
                <a:gd name="connsiteY75" fmla="*/ 1231013 h 1231013"/>
                <a:gd name="connsiteX76" fmla="*/ 1412340 w 5642281"/>
                <a:gd name="connsiteY76" fmla="*/ 1231013 h 1231013"/>
                <a:gd name="connsiteX77" fmla="*/ 1355847 w 5642281"/>
                <a:gd name="connsiteY77" fmla="*/ 1231013 h 1231013"/>
                <a:gd name="connsiteX78" fmla="*/ 1299353 w 5642281"/>
                <a:gd name="connsiteY78" fmla="*/ 1231013 h 1231013"/>
                <a:gd name="connsiteX79" fmla="*/ 1242860 w 5642281"/>
                <a:gd name="connsiteY79" fmla="*/ 1231013 h 1231013"/>
                <a:gd name="connsiteX80" fmla="*/ 1186366 w 5642281"/>
                <a:gd name="connsiteY80" fmla="*/ 1231013 h 1231013"/>
                <a:gd name="connsiteX81" fmla="*/ 1129872 w 5642281"/>
                <a:gd name="connsiteY81" fmla="*/ 1231013 h 1231013"/>
                <a:gd name="connsiteX82" fmla="*/ 1073379 w 5642281"/>
                <a:gd name="connsiteY82" fmla="*/ 1231013 h 1231013"/>
                <a:gd name="connsiteX83" fmla="*/ 1016885 w 5642281"/>
                <a:gd name="connsiteY83" fmla="*/ 1231013 h 1231013"/>
                <a:gd name="connsiteX84" fmla="*/ 960392 w 5642281"/>
                <a:gd name="connsiteY84" fmla="*/ 1231013 h 1231013"/>
                <a:gd name="connsiteX85" fmla="*/ 903898 w 5642281"/>
                <a:gd name="connsiteY85" fmla="*/ 1231013 h 1231013"/>
                <a:gd name="connsiteX86" fmla="*/ 847404 w 5642281"/>
                <a:gd name="connsiteY86" fmla="*/ 1231013 h 1231013"/>
                <a:gd name="connsiteX87" fmla="*/ 790911 w 5642281"/>
                <a:gd name="connsiteY87" fmla="*/ 1231013 h 1231013"/>
                <a:gd name="connsiteX88" fmla="*/ 734417 w 5642281"/>
                <a:gd name="connsiteY88" fmla="*/ 1231013 h 1231013"/>
                <a:gd name="connsiteX89" fmla="*/ 677923 w 5642281"/>
                <a:gd name="connsiteY89" fmla="*/ 1231013 h 1231013"/>
                <a:gd name="connsiteX90" fmla="*/ 621430 w 5642281"/>
                <a:gd name="connsiteY90" fmla="*/ 1231013 h 1231013"/>
                <a:gd name="connsiteX91" fmla="*/ 564936 w 5642281"/>
                <a:gd name="connsiteY91" fmla="*/ 1231013 h 1231013"/>
                <a:gd name="connsiteX92" fmla="*/ 508443 w 5642281"/>
                <a:gd name="connsiteY92" fmla="*/ 1231013 h 1231013"/>
                <a:gd name="connsiteX93" fmla="*/ 451949 w 5642281"/>
                <a:gd name="connsiteY93" fmla="*/ 1231013 h 1231013"/>
                <a:gd name="connsiteX94" fmla="*/ 395455 w 5642281"/>
                <a:gd name="connsiteY94" fmla="*/ 1231013 h 1231013"/>
                <a:gd name="connsiteX95" fmla="*/ 338962 w 5642281"/>
                <a:gd name="connsiteY95" fmla="*/ 1231013 h 1231013"/>
                <a:gd name="connsiteX96" fmla="*/ 282468 w 5642281"/>
                <a:gd name="connsiteY96" fmla="*/ 1231013 h 1231013"/>
                <a:gd name="connsiteX97" fmla="*/ 225974 w 5642281"/>
                <a:gd name="connsiteY97" fmla="*/ 1231013 h 1231013"/>
                <a:gd name="connsiteX98" fmla="*/ 169481 w 5642281"/>
                <a:gd name="connsiteY98" fmla="*/ 1231013 h 1231013"/>
                <a:gd name="connsiteX99" fmla="*/ 112987 w 5642281"/>
                <a:gd name="connsiteY99" fmla="*/ 1231013 h 1231013"/>
                <a:gd name="connsiteX100" fmla="*/ 56494 w 5642281"/>
                <a:gd name="connsiteY100" fmla="*/ 1231013 h 1231013"/>
                <a:gd name="connsiteX101" fmla="*/ 0 w 5642281"/>
                <a:gd name="connsiteY101" fmla="*/ 1231013 h 1231013"/>
                <a:gd name="connsiteX0" fmla="*/ 5269379 w 5553391"/>
                <a:gd name="connsiteY0" fmla="*/ 0 h 1231013"/>
                <a:gd name="connsiteX1" fmla="*/ 5489899 w 5553391"/>
                <a:gd name="connsiteY1" fmla="*/ 8755 h 1231013"/>
                <a:gd name="connsiteX2" fmla="*/ 5553391 w 5553391"/>
                <a:gd name="connsiteY2" fmla="*/ 167487 h 1231013"/>
                <a:gd name="connsiteX3" fmla="*/ 5462927 w 5553391"/>
                <a:gd name="connsiteY3" fmla="*/ 279311 h 1231013"/>
                <a:gd name="connsiteX4" fmla="*/ 5420381 w 5553391"/>
                <a:gd name="connsiteY4" fmla="*/ 382680 h 1231013"/>
                <a:gd name="connsiteX5" fmla="*/ 5376592 w 5553391"/>
                <a:gd name="connsiteY5" fmla="*/ 486258 h 1231013"/>
                <a:gd name="connsiteX6" fmla="*/ 5331483 w 5553391"/>
                <a:gd name="connsiteY6" fmla="*/ 589993 h 1231013"/>
                <a:gd name="connsiteX7" fmla="*/ 5284967 w 5553391"/>
                <a:gd name="connsiteY7" fmla="*/ 693816 h 1231013"/>
                <a:gd name="connsiteX8" fmla="*/ 5236951 w 5553391"/>
                <a:gd name="connsiteY8" fmla="*/ 797636 h 1231013"/>
                <a:gd name="connsiteX9" fmla="*/ 5187335 w 5553391"/>
                <a:gd name="connsiteY9" fmla="*/ 901330 h 1231013"/>
                <a:gd name="connsiteX10" fmla="*/ 5136015 w 5553391"/>
                <a:gd name="connsiteY10" fmla="*/ 1004719 h 1231013"/>
                <a:gd name="connsiteX11" fmla="*/ 5082895 w 5553391"/>
                <a:gd name="connsiteY11" fmla="*/ 1107525 h 1231013"/>
                <a:gd name="connsiteX12" fmla="*/ 5027880 w 5553391"/>
                <a:gd name="connsiteY12" fmla="*/ 1209252 h 1231013"/>
                <a:gd name="connsiteX13" fmla="*/ 4971438 w 5553391"/>
                <a:gd name="connsiteY13" fmla="*/ 1231013 h 1231013"/>
                <a:gd name="connsiteX14" fmla="*/ 4914945 w 5553391"/>
                <a:gd name="connsiteY14" fmla="*/ 1231013 h 1231013"/>
                <a:gd name="connsiteX15" fmla="*/ 4858451 w 5553391"/>
                <a:gd name="connsiteY15" fmla="*/ 1231013 h 1231013"/>
                <a:gd name="connsiteX16" fmla="*/ 4801958 w 5553391"/>
                <a:gd name="connsiteY16" fmla="*/ 1231013 h 1231013"/>
                <a:gd name="connsiteX17" fmla="*/ 4745465 w 5553391"/>
                <a:gd name="connsiteY17" fmla="*/ 1231013 h 1231013"/>
                <a:gd name="connsiteX18" fmla="*/ 4688971 w 5553391"/>
                <a:gd name="connsiteY18" fmla="*/ 1231013 h 1231013"/>
                <a:gd name="connsiteX19" fmla="*/ 4632477 w 5553391"/>
                <a:gd name="connsiteY19" fmla="*/ 1231013 h 1231013"/>
                <a:gd name="connsiteX20" fmla="*/ 4575984 w 5553391"/>
                <a:gd name="connsiteY20" fmla="*/ 1231013 h 1231013"/>
                <a:gd name="connsiteX21" fmla="*/ 4519490 w 5553391"/>
                <a:gd name="connsiteY21" fmla="*/ 1231013 h 1231013"/>
                <a:gd name="connsiteX22" fmla="*/ 4462996 w 5553391"/>
                <a:gd name="connsiteY22" fmla="*/ 1231013 h 1231013"/>
                <a:gd name="connsiteX23" fmla="*/ 4406503 w 5553391"/>
                <a:gd name="connsiteY23" fmla="*/ 1231013 h 1231013"/>
                <a:gd name="connsiteX24" fmla="*/ 4350009 w 5553391"/>
                <a:gd name="connsiteY24" fmla="*/ 1231013 h 1231013"/>
                <a:gd name="connsiteX25" fmla="*/ 4293515 w 5553391"/>
                <a:gd name="connsiteY25" fmla="*/ 1231013 h 1231013"/>
                <a:gd name="connsiteX26" fmla="*/ 4237022 w 5553391"/>
                <a:gd name="connsiteY26" fmla="*/ 1231013 h 1231013"/>
                <a:gd name="connsiteX27" fmla="*/ 4180528 w 5553391"/>
                <a:gd name="connsiteY27" fmla="*/ 1231013 h 1231013"/>
                <a:gd name="connsiteX28" fmla="*/ 4124034 w 5553391"/>
                <a:gd name="connsiteY28" fmla="*/ 1231013 h 1231013"/>
                <a:gd name="connsiteX29" fmla="*/ 4067541 w 5553391"/>
                <a:gd name="connsiteY29" fmla="*/ 1231013 h 1231013"/>
                <a:gd name="connsiteX30" fmla="*/ 4011047 w 5553391"/>
                <a:gd name="connsiteY30" fmla="*/ 1231013 h 1231013"/>
                <a:gd name="connsiteX31" fmla="*/ 3954553 w 5553391"/>
                <a:gd name="connsiteY31" fmla="*/ 1231013 h 1231013"/>
                <a:gd name="connsiteX32" fmla="*/ 3898060 w 5553391"/>
                <a:gd name="connsiteY32" fmla="*/ 1231013 h 1231013"/>
                <a:gd name="connsiteX33" fmla="*/ 3841566 w 5553391"/>
                <a:gd name="connsiteY33" fmla="*/ 1231013 h 1231013"/>
                <a:gd name="connsiteX34" fmla="*/ 3785073 w 5553391"/>
                <a:gd name="connsiteY34" fmla="*/ 1231013 h 1231013"/>
                <a:gd name="connsiteX35" fmla="*/ 3728579 w 5553391"/>
                <a:gd name="connsiteY35" fmla="*/ 1231013 h 1231013"/>
                <a:gd name="connsiteX36" fmla="*/ 3672085 w 5553391"/>
                <a:gd name="connsiteY36" fmla="*/ 1231013 h 1231013"/>
                <a:gd name="connsiteX37" fmla="*/ 3615592 w 5553391"/>
                <a:gd name="connsiteY37" fmla="*/ 1231013 h 1231013"/>
                <a:gd name="connsiteX38" fmla="*/ 3559098 w 5553391"/>
                <a:gd name="connsiteY38" fmla="*/ 1231013 h 1231013"/>
                <a:gd name="connsiteX39" fmla="*/ 3502605 w 5553391"/>
                <a:gd name="connsiteY39" fmla="*/ 1231013 h 1231013"/>
                <a:gd name="connsiteX40" fmla="*/ 3446111 w 5553391"/>
                <a:gd name="connsiteY40" fmla="*/ 1231013 h 1231013"/>
                <a:gd name="connsiteX41" fmla="*/ 3389617 w 5553391"/>
                <a:gd name="connsiteY41" fmla="*/ 1231013 h 1231013"/>
                <a:gd name="connsiteX42" fmla="*/ 3333124 w 5553391"/>
                <a:gd name="connsiteY42" fmla="*/ 1231013 h 1231013"/>
                <a:gd name="connsiteX43" fmla="*/ 3276630 w 5553391"/>
                <a:gd name="connsiteY43" fmla="*/ 1231013 h 1231013"/>
                <a:gd name="connsiteX44" fmla="*/ 3220136 w 5553391"/>
                <a:gd name="connsiteY44" fmla="*/ 1231013 h 1231013"/>
                <a:gd name="connsiteX45" fmla="*/ 3163643 w 5553391"/>
                <a:gd name="connsiteY45" fmla="*/ 1231013 h 1231013"/>
                <a:gd name="connsiteX46" fmla="*/ 3107149 w 5553391"/>
                <a:gd name="connsiteY46" fmla="*/ 1231013 h 1231013"/>
                <a:gd name="connsiteX47" fmla="*/ 3050655 w 5553391"/>
                <a:gd name="connsiteY47" fmla="*/ 1231013 h 1231013"/>
                <a:gd name="connsiteX48" fmla="*/ 2994162 w 5553391"/>
                <a:gd name="connsiteY48" fmla="*/ 1231013 h 1231013"/>
                <a:gd name="connsiteX49" fmla="*/ 2937668 w 5553391"/>
                <a:gd name="connsiteY49" fmla="*/ 1231013 h 1231013"/>
                <a:gd name="connsiteX50" fmla="*/ 2881175 w 5553391"/>
                <a:gd name="connsiteY50" fmla="*/ 1231013 h 1231013"/>
                <a:gd name="connsiteX51" fmla="*/ 2824681 w 5553391"/>
                <a:gd name="connsiteY51" fmla="*/ 1231013 h 1231013"/>
                <a:gd name="connsiteX52" fmla="*/ 2768188 w 5553391"/>
                <a:gd name="connsiteY52" fmla="*/ 1231013 h 1231013"/>
                <a:gd name="connsiteX53" fmla="*/ 2711694 w 5553391"/>
                <a:gd name="connsiteY53" fmla="*/ 1231013 h 1231013"/>
                <a:gd name="connsiteX54" fmla="*/ 2655200 w 5553391"/>
                <a:gd name="connsiteY54" fmla="*/ 1231013 h 1231013"/>
                <a:gd name="connsiteX55" fmla="*/ 2598707 w 5553391"/>
                <a:gd name="connsiteY55" fmla="*/ 1231013 h 1231013"/>
                <a:gd name="connsiteX56" fmla="*/ 2542213 w 5553391"/>
                <a:gd name="connsiteY56" fmla="*/ 1231013 h 1231013"/>
                <a:gd name="connsiteX57" fmla="*/ 2485719 w 5553391"/>
                <a:gd name="connsiteY57" fmla="*/ 1231013 h 1231013"/>
                <a:gd name="connsiteX58" fmla="*/ 2429226 w 5553391"/>
                <a:gd name="connsiteY58" fmla="*/ 1231013 h 1231013"/>
                <a:gd name="connsiteX59" fmla="*/ 2372732 w 5553391"/>
                <a:gd name="connsiteY59" fmla="*/ 1231013 h 1231013"/>
                <a:gd name="connsiteX60" fmla="*/ 2316238 w 5553391"/>
                <a:gd name="connsiteY60" fmla="*/ 1231013 h 1231013"/>
                <a:gd name="connsiteX61" fmla="*/ 2259745 w 5553391"/>
                <a:gd name="connsiteY61" fmla="*/ 1231013 h 1231013"/>
                <a:gd name="connsiteX62" fmla="*/ 2203251 w 5553391"/>
                <a:gd name="connsiteY62" fmla="*/ 1231013 h 1231013"/>
                <a:gd name="connsiteX63" fmla="*/ 2146758 w 5553391"/>
                <a:gd name="connsiteY63" fmla="*/ 1231013 h 1231013"/>
                <a:gd name="connsiteX64" fmla="*/ 2090264 w 5553391"/>
                <a:gd name="connsiteY64" fmla="*/ 1231013 h 1231013"/>
                <a:gd name="connsiteX65" fmla="*/ 2033770 w 5553391"/>
                <a:gd name="connsiteY65" fmla="*/ 1231013 h 1231013"/>
                <a:gd name="connsiteX66" fmla="*/ 1977277 w 5553391"/>
                <a:gd name="connsiteY66" fmla="*/ 1231013 h 1231013"/>
                <a:gd name="connsiteX67" fmla="*/ 1920783 w 5553391"/>
                <a:gd name="connsiteY67" fmla="*/ 1231013 h 1231013"/>
                <a:gd name="connsiteX68" fmla="*/ 1864290 w 5553391"/>
                <a:gd name="connsiteY68" fmla="*/ 1231013 h 1231013"/>
                <a:gd name="connsiteX69" fmla="*/ 1807796 w 5553391"/>
                <a:gd name="connsiteY69" fmla="*/ 1231013 h 1231013"/>
                <a:gd name="connsiteX70" fmla="*/ 1751302 w 5553391"/>
                <a:gd name="connsiteY70" fmla="*/ 1231013 h 1231013"/>
                <a:gd name="connsiteX71" fmla="*/ 1694809 w 5553391"/>
                <a:gd name="connsiteY71" fmla="*/ 1231013 h 1231013"/>
                <a:gd name="connsiteX72" fmla="*/ 1638315 w 5553391"/>
                <a:gd name="connsiteY72" fmla="*/ 1231013 h 1231013"/>
                <a:gd name="connsiteX73" fmla="*/ 1581821 w 5553391"/>
                <a:gd name="connsiteY73" fmla="*/ 1231013 h 1231013"/>
                <a:gd name="connsiteX74" fmla="*/ 1525328 w 5553391"/>
                <a:gd name="connsiteY74" fmla="*/ 1231013 h 1231013"/>
                <a:gd name="connsiteX75" fmla="*/ 1468834 w 5553391"/>
                <a:gd name="connsiteY75" fmla="*/ 1231013 h 1231013"/>
                <a:gd name="connsiteX76" fmla="*/ 1412340 w 5553391"/>
                <a:gd name="connsiteY76" fmla="*/ 1231013 h 1231013"/>
                <a:gd name="connsiteX77" fmla="*/ 1355847 w 5553391"/>
                <a:gd name="connsiteY77" fmla="*/ 1231013 h 1231013"/>
                <a:gd name="connsiteX78" fmla="*/ 1299353 w 5553391"/>
                <a:gd name="connsiteY78" fmla="*/ 1231013 h 1231013"/>
                <a:gd name="connsiteX79" fmla="*/ 1242860 w 5553391"/>
                <a:gd name="connsiteY79" fmla="*/ 1231013 h 1231013"/>
                <a:gd name="connsiteX80" fmla="*/ 1186366 w 5553391"/>
                <a:gd name="connsiteY80" fmla="*/ 1231013 h 1231013"/>
                <a:gd name="connsiteX81" fmla="*/ 1129872 w 5553391"/>
                <a:gd name="connsiteY81" fmla="*/ 1231013 h 1231013"/>
                <a:gd name="connsiteX82" fmla="*/ 1073379 w 5553391"/>
                <a:gd name="connsiteY82" fmla="*/ 1231013 h 1231013"/>
                <a:gd name="connsiteX83" fmla="*/ 1016885 w 5553391"/>
                <a:gd name="connsiteY83" fmla="*/ 1231013 h 1231013"/>
                <a:gd name="connsiteX84" fmla="*/ 960392 w 5553391"/>
                <a:gd name="connsiteY84" fmla="*/ 1231013 h 1231013"/>
                <a:gd name="connsiteX85" fmla="*/ 903898 w 5553391"/>
                <a:gd name="connsiteY85" fmla="*/ 1231013 h 1231013"/>
                <a:gd name="connsiteX86" fmla="*/ 847404 w 5553391"/>
                <a:gd name="connsiteY86" fmla="*/ 1231013 h 1231013"/>
                <a:gd name="connsiteX87" fmla="*/ 790911 w 5553391"/>
                <a:gd name="connsiteY87" fmla="*/ 1231013 h 1231013"/>
                <a:gd name="connsiteX88" fmla="*/ 734417 w 5553391"/>
                <a:gd name="connsiteY88" fmla="*/ 1231013 h 1231013"/>
                <a:gd name="connsiteX89" fmla="*/ 677923 w 5553391"/>
                <a:gd name="connsiteY89" fmla="*/ 1231013 h 1231013"/>
                <a:gd name="connsiteX90" fmla="*/ 621430 w 5553391"/>
                <a:gd name="connsiteY90" fmla="*/ 1231013 h 1231013"/>
                <a:gd name="connsiteX91" fmla="*/ 564936 w 5553391"/>
                <a:gd name="connsiteY91" fmla="*/ 1231013 h 1231013"/>
                <a:gd name="connsiteX92" fmla="*/ 508443 w 5553391"/>
                <a:gd name="connsiteY92" fmla="*/ 1231013 h 1231013"/>
                <a:gd name="connsiteX93" fmla="*/ 451949 w 5553391"/>
                <a:gd name="connsiteY93" fmla="*/ 1231013 h 1231013"/>
                <a:gd name="connsiteX94" fmla="*/ 395455 w 5553391"/>
                <a:gd name="connsiteY94" fmla="*/ 1231013 h 1231013"/>
                <a:gd name="connsiteX95" fmla="*/ 338962 w 5553391"/>
                <a:gd name="connsiteY95" fmla="*/ 1231013 h 1231013"/>
                <a:gd name="connsiteX96" fmla="*/ 282468 w 5553391"/>
                <a:gd name="connsiteY96" fmla="*/ 1231013 h 1231013"/>
                <a:gd name="connsiteX97" fmla="*/ 225974 w 5553391"/>
                <a:gd name="connsiteY97" fmla="*/ 1231013 h 1231013"/>
                <a:gd name="connsiteX98" fmla="*/ 169481 w 5553391"/>
                <a:gd name="connsiteY98" fmla="*/ 1231013 h 1231013"/>
                <a:gd name="connsiteX99" fmla="*/ 112987 w 5553391"/>
                <a:gd name="connsiteY99" fmla="*/ 1231013 h 1231013"/>
                <a:gd name="connsiteX100" fmla="*/ 56494 w 5553391"/>
                <a:gd name="connsiteY100" fmla="*/ 1231013 h 1231013"/>
                <a:gd name="connsiteX101" fmla="*/ 0 w 5553391"/>
                <a:gd name="connsiteY101" fmla="*/ 1231013 h 1231013"/>
                <a:gd name="connsiteX0" fmla="*/ 5269379 w 5510534"/>
                <a:gd name="connsiteY0" fmla="*/ 0 h 1231013"/>
                <a:gd name="connsiteX1" fmla="*/ 5489899 w 5510534"/>
                <a:gd name="connsiteY1" fmla="*/ 8755 h 1231013"/>
                <a:gd name="connsiteX2" fmla="*/ 5510534 w 5510534"/>
                <a:gd name="connsiteY2" fmla="*/ 173836 h 1231013"/>
                <a:gd name="connsiteX3" fmla="*/ 5462927 w 5510534"/>
                <a:gd name="connsiteY3" fmla="*/ 279311 h 1231013"/>
                <a:gd name="connsiteX4" fmla="*/ 5420381 w 5510534"/>
                <a:gd name="connsiteY4" fmla="*/ 382680 h 1231013"/>
                <a:gd name="connsiteX5" fmla="*/ 5376592 w 5510534"/>
                <a:gd name="connsiteY5" fmla="*/ 486258 h 1231013"/>
                <a:gd name="connsiteX6" fmla="*/ 5331483 w 5510534"/>
                <a:gd name="connsiteY6" fmla="*/ 589993 h 1231013"/>
                <a:gd name="connsiteX7" fmla="*/ 5284967 w 5510534"/>
                <a:gd name="connsiteY7" fmla="*/ 693816 h 1231013"/>
                <a:gd name="connsiteX8" fmla="*/ 5236951 w 5510534"/>
                <a:gd name="connsiteY8" fmla="*/ 797636 h 1231013"/>
                <a:gd name="connsiteX9" fmla="*/ 5187335 w 5510534"/>
                <a:gd name="connsiteY9" fmla="*/ 901330 h 1231013"/>
                <a:gd name="connsiteX10" fmla="*/ 5136015 w 5510534"/>
                <a:gd name="connsiteY10" fmla="*/ 1004719 h 1231013"/>
                <a:gd name="connsiteX11" fmla="*/ 5082895 w 5510534"/>
                <a:gd name="connsiteY11" fmla="*/ 1107525 h 1231013"/>
                <a:gd name="connsiteX12" fmla="*/ 5027880 w 5510534"/>
                <a:gd name="connsiteY12" fmla="*/ 1209252 h 1231013"/>
                <a:gd name="connsiteX13" fmla="*/ 4971438 w 5510534"/>
                <a:gd name="connsiteY13" fmla="*/ 1231013 h 1231013"/>
                <a:gd name="connsiteX14" fmla="*/ 4914945 w 5510534"/>
                <a:gd name="connsiteY14" fmla="*/ 1231013 h 1231013"/>
                <a:gd name="connsiteX15" fmla="*/ 4858451 w 5510534"/>
                <a:gd name="connsiteY15" fmla="*/ 1231013 h 1231013"/>
                <a:gd name="connsiteX16" fmla="*/ 4801958 w 5510534"/>
                <a:gd name="connsiteY16" fmla="*/ 1231013 h 1231013"/>
                <a:gd name="connsiteX17" fmla="*/ 4745465 w 5510534"/>
                <a:gd name="connsiteY17" fmla="*/ 1231013 h 1231013"/>
                <a:gd name="connsiteX18" fmla="*/ 4688971 w 5510534"/>
                <a:gd name="connsiteY18" fmla="*/ 1231013 h 1231013"/>
                <a:gd name="connsiteX19" fmla="*/ 4632477 w 5510534"/>
                <a:gd name="connsiteY19" fmla="*/ 1231013 h 1231013"/>
                <a:gd name="connsiteX20" fmla="*/ 4575984 w 5510534"/>
                <a:gd name="connsiteY20" fmla="*/ 1231013 h 1231013"/>
                <a:gd name="connsiteX21" fmla="*/ 4519490 w 5510534"/>
                <a:gd name="connsiteY21" fmla="*/ 1231013 h 1231013"/>
                <a:gd name="connsiteX22" fmla="*/ 4462996 w 5510534"/>
                <a:gd name="connsiteY22" fmla="*/ 1231013 h 1231013"/>
                <a:gd name="connsiteX23" fmla="*/ 4406503 w 5510534"/>
                <a:gd name="connsiteY23" fmla="*/ 1231013 h 1231013"/>
                <a:gd name="connsiteX24" fmla="*/ 4350009 w 5510534"/>
                <a:gd name="connsiteY24" fmla="*/ 1231013 h 1231013"/>
                <a:gd name="connsiteX25" fmla="*/ 4293515 w 5510534"/>
                <a:gd name="connsiteY25" fmla="*/ 1231013 h 1231013"/>
                <a:gd name="connsiteX26" fmla="*/ 4237022 w 5510534"/>
                <a:gd name="connsiteY26" fmla="*/ 1231013 h 1231013"/>
                <a:gd name="connsiteX27" fmla="*/ 4180528 w 5510534"/>
                <a:gd name="connsiteY27" fmla="*/ 1231013 h 1231013"/>
                <a:gd name="connsiteX28" fmla="*/ 4124034 w 5510534"/>
                <a:gd name="connsiteY28" fmla="*/ 1231013 h 1231013"/>
                <a:gd name="connsiteX29" fmla="*/ 4067541 w 5510534"/>
                <a:gd name="connsiteY29" fmla="*/ 1231013 h 1231013"/>
                <a:gd name="connsiteX30" fmla="*/ 4011047 w 5510534"/>
                <a:gd name="connsiteY30" fmla="*/ 1231013 h 1231013"/>
                <a:gd name="connsiteX31" fmla="*/ 3954553 w 5510534"/>
                <a:gd name="connsiteY31" fmla="*/ 1231013 h 1231013"/>
                <a:gd name="connsiteX32" fmla="*/ 3898060 w 5510534"/>
                <a:gd name="connsiteY32" fmla="*/ 1231013 h 1231013"/>
                <a:gd name="connsiteX33" fmla="*/ 3841566 w 5510534"/>
                <a:gd name="connsiteY33" fmla="*/ 1231013 h 1231013"/>
                <a:gd name="connsiteX34" fmla="*/ 3785073 w 5510534"/>
                <a:gd name="connsiteY34" fmla="*/ 1231013 h 1231013"/>
                <a:gd name="connsiteX35" fmla="*/ 3728579 w 5510534"/>
                <a:gd name="connsiteY35" fmla="*/ 1231013 h 1231013"/>
                <a:gd name="connsiteX36" fmla="*/ 3672085 w 5510534"/>
                <a:gd name="connsiteY36" fmla="*/ 1231013 h 1231013"/>
                <a:gd name="connsiteX37" fmla="*/ 3615592 w 5510534"/>
                <a:gd name="connsiteY37" fmla="*/ 1231013 h 1231013"/>
                <a:gd name="connsiteX38" fmla="*/ 3559098 w 5510534"/>
                <a:gd name="connsiteY38" fmla="*/ 1231013 h 1231013"/>
                <a:gd name="connsiteX39" fmla="*/ 3502605 w 5510534"/>
                <a:gd name="connsiteY39" fmla="*/ 1231013 h 1231013"/>
                <a:gd name="connsiteX40" fmla="*/ 3446111 w 5510534"/>
                <a:gd name="connsiteY40" fmla="*/ 1231013 h 1231013"/>
                <a:gd name="connsiteX41" fmla="*/ 3389617 w 5510534"/>
                <a:gd name="connsiteY41" fmla="*/ 1231013 h 1231013"/>
                <a:gd name="connsiteX42" fmla="*/ 3333124 w 5510534"/>
                <a:gd name="connsiteY42" fmla="*/ 1231013 h 1231013"/>
                <a:gd name="connsiteX43" fmla="*/ 3276630 w 5510534"/>
                <a:gd name="connsiteY43" fmla="*/ 1231013 h 1231013"/>
                <a:gd name="connsiteX44" fmla="*/ 3220136 w 5510534"/>
                <a:gd name="connsiteY44" fmla="*/ 1231013 h 1231013"/>
                <a:gd name="connsiteX45" fmla="*/ 3163643 w 5510534"/>
                <a:gd name="connsiteY45" fmla="*/ 1231013 h 1231013"/>
                <a:gd name="connsiteX46" fmla="*/ 3107149 w 5510534"/>
                <a:gd name="connsiteY46" fmla="*/ 1231013 h 1231013"/>
                <a:gd name="connsiteX47" fmla="*/ 3050655 w 5510534"/>
                <a:gd name="connsiteY47" fmla="*/ 1231013 h 1231013"/>
                <a:gd name="connsiteX48" fmla="*/ 2994162 w 5510534"/>
                <a:gd name="connsiteY48" fmla="*/ 1231013 h 1231013"/>
                <a:gd name="connsiteX49" fmla="*/ 2937668 w 5510534"/>
                <a:gd name="connsiteY49" fmla="*/ 1231013 h 1231013"/>
                <a:gd name="connsiteX50" fmla="*/ 2881175 w 5510534"/>
                <a:gd name="connsiteY50" fmla="*/ 1231013 h 1231013"/>
                <a:gd name="connsiteX51" fmla="*/ 2824681 w 5510534"/>
                <a:gd name="connsiteY51" fmla="*/ 1231013 h 1231013"/>
                <a:gd name="connsiteX52" fmla="*/ 2768188 w 5510534"/>
                <a:gd name="connsiteY52" fmla="*/ 1231013 h 1231013"/>
                <a:gd name="connsiteX53" fmla="*/ 2711694 w 5510534"/>
                <a:gd name="connsiteY53" fmla="*/ 1231013 h 1231013"/>
                <a:gd name="connsiteX54" fmla="*/ 2655200 w 5510534"/>
                <a:gd name="connsiteY54" fmla="*/ 1231013 h 1231013"/>
                <a:gd name="connsiteX55" fmla="*/ 2598707 w 5510534"/>
                <a:gd name="connsiteY55" fmla="*/ 1231013 h 1231013"/>
                <a:gd name="connsiteX56" fmla="*/ 2542213 w 5510534"/>
                <a:gd name="connsiteY56" fmla="*/ 1231013 h 1231013"/>
                <a:gd name="connsiteX57" fmla="*/ 2485719 w 5510534"/>
                <a:gd name="connsiteY57" fmla="*/ 1231013 h 1231013"/>
                <a:gd name="connsiteX58" fmla="*/ 2429226 w 5510534"/>
                <a:gd name="connsiteY58" fmla="*/ 1231013 h 1231013"/>
                <a:gd name="connsiteX59" fmla="*/ 2372732 w 5510534"/>
                <a:gd name="connsiteY59" fmla="*/ 1231013 h 1231013"/>
                <a:gd name="connsiteX60" fmla="*/ 2316238 w 5510534"/>
                <a:gd name="connsiteY60" fmla="*/ 1231013 h 1231013"/>
                <a:gd name="connsiteX61" fmla="*/ 2259745 w 5510534"/>
                <a:gd name="connsiteY61" fmla="*/ 1231013 h 1231013"/>
                <a:gd name="connsiteX62" fmla="*/ 2203251 w 5510534"/>
                <a:gd name="connsiteY62" fmla="*/ 1231013 h 1231013"/>
                <a:gd name="connsiteX63" fmla="*/ 2146758 w 5510534"/>
                <a:gd name="connsiteY63" fmla="*/ 1231013 h 1231013"/>
                <a:gd name="connsiteX64" fmla="*/ 2090264 w 5510534"/>
                <a:gd name="connsiteY64" fmla="*/ 1231013 h 1231013"/>
                <a:gd name="connsiteX65" fmla="*/ 2033770 w 5510534"/>
                <a:gd name="connsiteY65" fmla="*/ 1231013 h 1231013"/>
                <a:gd name="connsiteX66" fmla="*/ 1977277 w 5510534"/>
                <a:gd name="connsiteY66" fmla="*/ 1231013 h 1231013"/>
                <a:gd name="connsiteX67" fmla="*/ 1920783 w 5510534"/>
                <a:gd name="connsiteY67" fmla="*/ 1231013 h 1231013"/>
                <a:gd name="connsiteX68" fmla="*/ 1864290 w 5510534"/>
                <a:gd name="connsiteY68" fmla="*/ 1231013 h 1231013"/>
                <a:gd name="connsiteX69" fmla="*/ 1807796 w 5510534"/>
                <a:gd name="connsiteY69" fmla="*/ 1231013 h 1231013"/>
                <a:gd name="connsiteX70" fmla="*/ 1751302 w 5510534"/>
                <a:gd name="connsiteY70" fmla="*/ 1231013 h 1231013"/>
                <a:gd name="connsiteX71" fmla="*/ 1694809 w 5510534"/>
                <a:gd name="connsiteY71" fmla="*/ 1231013 h 1231013"/>
                <a:gd name="connsiteX72" fmla="*/ 1638315 w 5510534"/>
                <a:gd name="connsiteY72" fmla="*/ 1231013 h 1231013"/>
                <a:gd name="connsiteX73" fmla="*/ 1581821 w 5510534"/>
                <a:gd name="connsiteY73" fmla="*/ 1231013 h 1231013"/>
                <a:gd name="connsiteX74" fmla="*/ 1525328 w 5510534"/>
                <a:gd name="connsiteY74" fmla="*/ 1231013 h 1231013"/>
                <a:gd name="connsiteX75" fmla="*/ 1468834 w 5510534"/>
                <a:gd name="connsiteY75" fmla="*/ 1231013 h 1231013"/>
                <a:gd name="connsiteX76" fmla="*/ 1412340 w 5510534"/>
                <a:gd name="connsiteY76" fmla="*/ 1231013 h 1231013"/>
                <a:gd name="connsiteX77" fmla="*/ 1355847 w 5510534"/>
                <a:gd name="connsiteY77" fmla="*/ 1231013 h 1231013"/>
                <a:gd name="connsiteX78" fmla="*/ 1299353 w 5510534"/>
                <a:gd name="connsiteY78" fmla="*/ 1231013 h 1231013"/>
                <a:gd name="connsiteX79" fmla="*/ 1242860 w 5510534"/>
                <a:gd name="connsiteY79" fmla="*/ 1231013 h 1231013"/>
                <a:gd name="connsiteX80" fmla="*/ 1186366 w 5510534"/>
                <a:gd name="connsiteY80" fmla="*/ 1231013 h 1231013"/>
                <a:gd name="connsiteX81" fmla="*/ 1129872 w 5510534"/>
                <a:gd name="connsiteY81" fmla="*/ 1231013 h 1231013"/>
                <a:gd name="connsiteX82" fmla="*/ 1073379 w 5510534"/>
                <a:gd name="connsiteY82" fmla="*/ 1231013 h 1231013"/>
                <a:gd name="connsiteX83" fmla="*/ 1016885 w 5510534"/>
                <a:gd name="connsiteY83" fmla="*/ 1231013 h 1231013"/>
                <a:gd name="connsiteX84" fmla="*/ 960392 w 5510534"/>
                <a:gd name="connsiteY84" fmla="*/ 1231013 h 1231013"/>
                <a:gd name="connsiteX85" fmla="*/ 903898 w 5510534"/>
                <a:gd name="connsiteY85" fmla="*/ 1231013 h 1231013"/>
                <a:gd name="connsiteX86" fmla="*/ 847404 w 5510534"/>
                <a:gd name="connsiteY86" fmla="*/ 1231013 h 1231013"/>
                <a:gd name="connsiteX87" fmla="*/ 790911 w 5510534"/>
                <a:gd name="connsiteY87" fmla="*/ 1231013 h 1231013"/>
                <a:gd name="connsiteX88" fmla="*/ 734417 w 5510534"/>
                <a:gd name="connsiteY88" fmla="*/ 1231013 h 1231013"/>
                <a:gd name="connsiteX89" fmla="*/ 677923 w 5510534"/>
                <a:gd name="connsiteY89" fmla="*/ 1231013 h 1231013"/>
                <a:gd name="connsiteX90" fmla="*/ 621430 w 5510534"/>
                <a:gd name="connsiteY90" fmla="*/ 1231013 h 1231013"/>
                <a:gd name="connsiteX91" fmla="*/ 564936 w 5510534"/>
                <a:gd name="connsiteY91" fmla="*/ 1231013 h 1231013"/>
                <a:gd name="connsiteX92" fmla="*/ 508443 w 5510534"/>
                <a:gd name="connsiteY92" fmla="*/ 1231013 h 1231013"/>
                <a:gd name="connsiteX93" fmla="*/ 451949 w 5510534"/>
                <a:gd name="connsiteY93" fmla="*/ 1231013 h 1231013"/>
                <a:gd name="connsiteX94" fmla="*/ 395455 w 5510534"/>
                <a:gd name="connsiteY94" fmla="*/ 1231013 h 1231013"/>
                <a:gd name="connsiteX95" fmla="*/ 338962 w 5510534"/>
                <a:gd name="connsiteY95" fmla="*/ 1231013 h 1231013"/>
                <a:gd name="connsiteX96" fmla="*/ 282468 w 5510534"/>
                <a:gd name="connsiteY96" fmla="*/ 1231013 h 1231013"/>
                <a:gd name="connsiteX97" fmla="*/ 225974 w 5510534"/>
                <a:gd name="connsiteY97" fmla="*/ 1231013 h 1231013"/>
                <a:gd name="connsiteX98" fmla="*/ 169481 w 5510534"/>
                <a:gd name="connsiteY98" fmla="*/ 1231013 h 1231013"/>
                <a:gd name="connsiteX99" fmla="*/ 112987 w 5510534"/>
                <a:gd name="connsiteY99" fmla="*/ 1231013 h 1231013"/>
                <a:gd name="connsiteX100" fmla="*/ 56494 w 5510534"/>
                <a:gd name="connsiteY100" fmla="*/ 1231013 h 1231013"/>
                <a:gd name="connsiteX101" fmla="*/ 0 w 5510534"/>
                <a:gd name="connsiteY101" fmla="*/ 1231013 h 1231013"/>
                <a:gd name="connsiteX0" fmla="*/ 5269379 w 5537518"/>
                <a:gd name="connsiteY0" fmla="*/ 0 h 1231013"/>
                <a:gd name="connsiteX1" fmla="*/ 5489899 w 5537518"/>
                <a:gd name="connsiteY1" fmla="*/ 8755 h 1231013"/>
                <a:gd name="connsiteX2" fmla="*/ 5537518 w 5537518"/>
                <a:gd name="connsiteY2" fmla="*/ 173836 h 1231013"/>
                <a:gd name="connsiteX3" fmla="*/ 5462927 w 5537518"/>
                <a:gd name="connsiteY3" fmla="*/ 279311 h 1231013"/>
                <a:gd name="connsiteX4" fmla="*/ 5420381 w 5537518"/>
                <a:gd name="connsiteY4" fmla="*/ 382680 h 1231013"/>
                <a:gd name="connsiteX5" fmla="*/ 5376592 w 5537518"/>
                <a:gd name="connsiteY5" fmla="*/ 486258 h 1231013"/>
                <a:gd name="connsiteX6" fmla="*/ 5331483 w 5537518"/>
                <a:gd name="connsiteY6" fmla="*/ 589993 h 1231013"/>
                <a:gd name="connsiteX7" fmla="*/ 5284967 w 5537518"/>
                <a:gd name="connsiteY7" fmla="*/ 693816 h 1231013"/>
                <a:gd name="connsiteX8" fmla="*/ 5236951 w 5537518"/>
                <a:gd name="connsiteY8" fmla="*/ 797636 h 1231013"/>
                <a:gd name="connsiteX9" fmla="*/ 5187335 w 5537518"/>
                <a:gd name="connsiteY9" fmla="*/ 901330 h 1231013"/>
                <a:gd name="connsiteX10" fmla="*/ 5136015 w 5537518"/>
                <a:gd name="connsiteY10" fmla="*/ 1004719 h 1231013"/>
                <a:gd name="connsiteX11" fmla="*/ 5082895 w 5537518"/>
                <a:gd name="connsiteY11" fmla="*/ 1107525 h 1231013"/>
                <a:gd name="connsiteX12" fmla="*/ 5027880 w 5537518"/>
                <a:gd name="connsiteY12" fmla="*/ 1209252 h 1231013"/>
                <a:gd name="connsiteX13" fmla="*/ 4971438 w 5537518"/>
                <a:gd name="connsiteY13" fmla="*/ 1231013 h 1231013"/>
                <a:gd name="connsiteX14" fmla="*/ 4914945 w 5537518"/>
                <a:gd name="connsiteY14" fmla="*/ 1231013 h 1231013"/>
                <a:gd name="connsiteX15" fmla="*/ 4858451 w 5537518"/>
                <a:gd name="connsiteY15" fmla="*/ 1231013 h 1231013"/>
                <a:gd name="connsiteX16" fmla="*/ 4801958 w 5537518"/>
                <a:gd name="connsiteY16" fmla="*/ 1231013 h 1231013"/>
                <a:gd name="connsiteX17" fmla="*/ 4745465 w 5537518"/>
                <a:gd name="connsiteY17" fmla="*/ 1231013 h 1231013"/>
                <a:gd name="connsiteX18" fmla="*/ 4688971 w 5537518"/>
                <a:gd name="connsiteY18" fmla="*/ 1231013 h 1231013"/>
                <a:gd name="connsiteX19" fmla="*/ 4632477 w 5537518"/>
                <a:gd name="connsiteY19" fmla="*/ 1231013 h 1231013"/>
                <a:gd name="connsiteX20" fmla="*/ 4575984 w 5537518"/>
                <a:gd name="connsiteY20" fmla="*/ 1231013 h 1231013"/>
                <a:gd name="connsiteX21" fmla="*/ 4519490 w 5537518"/>
                <a:gd name="connsiteY21" fmla="*/ 1231013 h 1231013"/>
                <a:gd name="connsiteX22" fmla="*/ 4462996 w 5537518"/>
                <a:gd name="connsiteY22" fmla="*/ 1231013 h 1231013"/>
                <a:gd name="connsiteX23" fmla="*/ 4406503 w 5537518"/>
                <a:gd name="connsiteY23" fmla="*/ 1231013 h 1231013"/>
                <a:gd name="connsiteX24" fmla="*/ 4350009 w 5537518"/>
                <a:gd name="connsiteY24" fmla="*/ 1231013 h 1231013"/>
                <a:gd name="connsiteX25" fmla="*/ 4293515 w 5537518"/>
                <a:gd name="connsiteY25" fmla="*/ 1231013 h 1231013"/>
                <a:gd name="connsiteX26" fmla="*/ 4237022 w 5537518"/>
                <a:gd name="connsiteY26" fmla="*/ 1231013 h 1231013"/>
                <a:gd name="connsiteX27" fmla="*/ 4180528 w 5537518"/>
                <a:gd name="connsiteY27" fmla="*/ 1231013 h 1231013"/>
                <a:gd name="connsiteX28" fmla="*/ 4124034 w 5537518"/>
                <a:gd name="connsiteY28" fmla="*/ 1231013 h 1231013"/>
                <a:gd name="connsiteX29" fmla="*/ 4067541 w 5537518"/>
                <a:gd name="connsiteY29" fmla="*/ 1231013 h 1231013"/>
                <a:gd name="connsiteX30" fmla="*/ 4011047 w 5537518"/>
                <a:gd name="connsiteY30" fmla="*/ 1231013 h 1231013"/>
                <a:gd name="connsiteX31" fmla="*/ 3954553 w 5537518"/>
                <a:gd name="connsiteY31" fmla="*/ 1231013 h 1231013"/>
                <a:gd name="connsiteX32" fmla="*/ 3898060 w 5537518"/>
                <a:gd name="connsiteY32" fmla="*/ 1231013 h 1231013"/>
                <a:gd name="connsiteX33" fmla="*/ 3841566 w 5537518"/>
                <a:gd name="connsiteY33" fmla="*/ 1231013 h 1231013"/>
                <a:gd name="connsiteX34" fmla="*/ 3785073 w 5537518"/>
                <a:gd name="connsiteY34" fmla="*/ 1231013 h 1231013"/>
                <a:gd name="connsiteX35" fmla="*/ 3728579 w 5537518"/>
                <a:gd name="connsiteY35" fmla="*/ 1231013 h 1231013"/>
                <a:gd name="connsiteX36" fmla="*/ 3672085 w 5537518"/>
                <a:gd name="connsiteY36" fmla="*/ 1231013 h 1231013"/>
                <a:gd name="connsiteX37" fmla="*/ 3615592 w 5537518"/>
                <a:gd name="connsiteY37" fmla="*/ 1231013 h 1231013"/>
                <a:gd name="connsiteX38" fmla="*/ 3559098 w 5537518"/>
                <a:gd name="connsiteY38" fmla="*/ 1231013 h 1231013"/>
                <a:gd name="connsiteX39" fmla="*/ 3502605 w 5537518"/>
                <a:gd name="connsiteY39" fmla="*/ 1231013 h 1231013"/>
                <a:gd name="connsiteX40" fmla="*/ 3446111 w 5537518"/>
                <a:gd name="connsiteY40" fmla="*/ 1231013 h 1231013"/>
                <a:gd name="connsiteX41" fmla="*/ 3389617 w 5537518"/>
                <a:gd name="connsiteY41" fmla="*/ 1231013 h 1231013"/>
                <a:gd name="connsiteX42" fmla="*/ 3333124 w 5537518"/>
                <a:gd name="connsiteY42" fmla="*/ 1231013 h 1231013"/>
                <a:gd name="connsiteX43" fmla="*/ 3276630 w 5537518"/>
                <a:gd name="connsiteY43" fmla="*/ 1231013 h 1231013"/>
                <a:gd name="connsiteX44" fmla="*/ 3220136 w 5537518"/>
                <a:gd name="connsiteY44" fmla="*/ 1231013 h 1231013"/>
                <a:gd name="connsiteX45" fmla="*/ 3163643 w 5537518"/>
                <a:gd name="connsiteY45" fmla="*/ 1231013 h 1231013"/>
                <a:gd name="connsiteX46" fmla="*/ 3107149 w 5537518"/>
                <a:gd name="connsiteY46" fmla="*/ 1231013 h 1231013"/>
                <a:gd name="connsiteX47" fmla="*/ 3050655 w 5537518"/>
                <a:gd name="connsiteY47" fmla="*/ 1231013 h 1231013"/>
                <a:gd name="connsiteX48" fmla="*/ 2994162 w 5537518"/>
                <a:gd name="connsiteY48" fmla="*/ 1231013 h 1231013"/>
                <a:gd name="connsiteX49" fmla="*/ 2937668 w 5537518"/>
                <a:gd name="connsiteY49" fmla="*/ 1231013 h 1231013"/>
                <a:gd name="connsiteX50" fmla="*/ 2881175 w 5537518"/>
                <a:gd name="connsiteY50" fmla="*/ 1231013 h 1231013"/>
                <a:gd name="connsiteX51" fmla="*/ 2824681 w 5537518"/>
                <a:gd name="connsiteY51" fmla="*/ 1231013 h 1231013"/>
                <a:gd name="connsiteX52" fmla="*/ 2768188 w 5537518"/>
                <a:gd name="connsiteY52" fmla="*/ 1231013 h 1231013"/>
                <a:gd name="connsiteX53" fmla="*/ 2711694 w 5537518"/>
                <a:gd name="connsiteY53" fmla="*/ 1231013 h 1231013"/>
                <a:gd name="connsiteX54" fmla="*/ 2655200 w 5537518"/>
                <a:gd name="connsiteY54" fmla="*/ 1231013 h 1231013"/>
                <a:gd name="connsiteX55" fmla="*/ 2598707 w 5537518"/>
                <a:gd name="connsiteY55" fmla="*/ 1231013 h 1231013"/>
                <a:gd name="connsiteX56" fmla="*/ 2542213 w 5537518"/>
                <a:gd name="connsiteY56" fmla="*/ 1231013 h 1231013"/>
                <a:gd name="connsiteX57" fmla="*/ 2485719 w 5537518"/>
                <a:gd name="connsiteY57" fmla="*/ 1231013 h 1231013"/>
                <a:gd name="connsiteX58" fmla="*/ 2429226 w 5537518"/>
                <a:gd name="connsiteY58" fmla="*/ 1231013 h 1231013"/>
                <a:gd name="connsiteX59" fmla="*/ 2372732 w 5537518"/>
                <a:gd name="connsiteY59" fmla="*/ 1231013 h 1231013"/>
                <a:gd name="connsiteX60" fmla="*/ 2316238 w 5537518"/>
                <a:gd name="connsiteY60" fmla="*/ 1231013 h 1231013"/>
                <a:gd name="connsiteX61" fmla="*/ 2259745 w 5537518"/>
                <a:gd name="connsiteY61" fmla="*/ 1231013 h 1231013"/>
                <a:gd name="connsiteX62" fmla="*/ 2203251 w 5537518"/>
                <a:gd name="connsiteY62" fmla="*/ 1231013 h 1231013"/>
                <a:gd name="connsiteX63" fmla="*/ 2146758 w 5537518"/>
                <a:gd name="connsiteY63" fmla="*/ 1231013 h 1231013"/>
                <a:gd name="connsiteX64" fmla="*/ 2090264 w 5537518"/>
                <a:gd name="connsiteY64" fmla="*/ 1231013 h 1231013"/>
                <a:gd name="connsiteX65" fmla="*/ 2033770 w 5537518"/>
                <a:gd name="connsiteY65" fmla="*/ 1231013 h 1231013"/>
                <a:gd name="connsiteX66" fmla="*/ 1977277 w 5537518"/>
                <a:gd name="connsiteY66" fmla="*/ 1231013 h 1231013"/>
                <a:gd name="connsiteX67" fmla="*/ 1920783 w 5537518"/>
                <a:gd name="connsiteY67" fmla="*/ 1231013 h 1231013"/>
                <a:gd name="connsiteX68" fmla="*/ 1864290 w 5537518"/>
                <a:gd name="connsiteY68" fmla="*/ 1231013 h 1231013"/>
                <a:gd name="connsiteX69" fmla="*/ 1807796 w 5537518"/>
                <a:gd name="connsiteY69" fmla="*/ 1231013 h 1231013"/>
                <a:gd name="connsiteX70" fmla="*/ 1751302 w 5537518"/>
                <a:gd name="connsiteY70" fmla="*/ 1231013 h 1231013"/>
                <a:gd name="connsiteX71" fmla="*/ 1694809 w 5537518"/>
                <a:gd name="connsiteY71" fmla="*/ 1231013 h 1231013"/>
                <a:gd name="connsiteX72" fmla="*/ 1638315 w 5537518"/>
                <a:gd name="connsiteY72" fmla="*/ 1231013 h 1231013"/>
                <a:gd name="connsiteX73" fmla="*/ 1581821 w 5537518"/>
                <a:gd name="connsiteY73" fmla="*/ 1231013 h 1231013"/>
                <a:gd name="connsiteX74" fmla="*/ 1525328 w 5537518"/>
                <a:gd name="connsiteY74" fmla="*/ 1231013 h 1231013"/>
                <a:gd name="connsiteX75" fmla="*/ 1468834 w 5537518"/>
                <a:gd name="connsiteY75" fmla="*/ 1231013 h 1231013"/>
                <a:gd name="connsiteX76" fmla="*/ 1412340 w 5537518"/>
                <a:gd name="connsiteY76" fmla="*/ 1231013 h 1231013"/>
                <a:gd name="connsiteX77" fmla="*/ 1355847 w 5537518"/>
                <a:gd name="connsiteY77" fmla="*/ 1231013 h 1231013"/>
                <a:gd name="connsiteX78" fmla="*/ 1299353 w 5537518"/>
                <a:gd name="connsiteY78" fmla="*/ 1231013 h 1231013"/>
                <a:gd name="connsiteX79" fmla="*/ 1242860 w 5537518"/>
                <a:gd name="connsiteY79" fmla="*/ 1231013 h 1231013"/>
                <a:gd name="connsiteX80" fmla="*/ 1186366 w 5537518"/>
                <a:gd name="connsiteY80" fmla="*/ 1231013 h 1231013"/>
                <a:gd name="connsiteX81" fmla="*/ 1129872 w 5537518"/>
                <a:gd name="connsiteY81" fmla="*/ 1231013 h 1231013"/>
                <a:gd name="connsiteX82" fmla="*/ 1073379 w 5537518"/>
                <a:gd name="connsiteY82" fmla="*/ 1231013 h 1231013"/>
                <a:gd name="connsiteX83" fmla="*/ 1016885 w 5537518"/>
                <a:gd name="connsiteY83" fmla="*/ 1231013 h 1231013"/>
                <a:gd name="connsiteX84" fmla="*/ 960392 w 5537518"/>
                <a:gd name="connsiteY84" fmla="*/ 1231013 h 1231013"/>
                <a:gd name="connsiteX85" fmla="*/ 903898 w 5537518"/>
                <a:gd name="connsiteY85" fmla="*/ 1231013 h 1231013"/>
                <a:gd name="connsiteX86" fmla="*/ 847404 w 5537518"/>
                <a:gd name="connsiteY86" fmla="*/ 1231013 h 1231013"/>
                <a:gd name="connsiteX87" fmla="*/ 790911 w 5537518"/>
                <a:gd name="connsiteY87" fmla="*/ 1231013 h 1231013"/>
                <a:gd name="connsiteX88" fmla="*/ 734417 w 5537518"/>
                <a:gd name="connsiteY88" fmla="*/ 1231013 h 1231013"/>
                <a:gd name="connsiteX89" fmla="*/ 677923 w 5537518"/>
                <a:gd name="connsiteY89" fmla="*/ 1231013 h 1231013"/>
                <a:gd name="connsiteX90" fmla="*/ 621430 w 5537518"/>
                <a:gd name="connsiteY90" fmla="*/ 1231013 h 1231013"/>
                <a:gd name="connsiteX91" fmla="*/ 564936 w 5537518"/>
                <a:gd name="connsiteY91" fmla="*/ 1231013 h 1231013"/>
                <a:gd name="connsiteX92" fmla="*/ 508443 w 5537518"/>
                <a:gd name="connsiteY92" fmla="*/ 1231013 h 1231013"/>
                <a:gd name="connsiteX93" fmla="*/ 451949 w 5537518"/>
                <a:gd name="connsiteY93" fmla="*/ 1231013 h 1231013"/>
                <a:gd name="connsiteX94" fmla="*/ 395455 w 5537518"/>
                <a:gd name="connsiteY94" fmla="*/ 1231013 h 1231013"/>
                <a:gd name="connsiteX95" fmla="*/ 338962 w 5537518"/>
                <a:gd name="connsiteY95" fmla="*/ 1231013 h 1231013"/>
                <a:gd name="connsiteX96" fmla="*/ 282468 w 5537518"/>
                <a:gd name="connsiteY96" fmla="*/ 1231013 h 1231013"/>
                <a:gd name="connsiteX97" fmla="*/ 225974 w 5537518"/>
                <a:gd name="connsiteY97" fmla="*/ 1231013 h 1231013"/>
                <a:gd name="connsiteX98" fmla="*/ 169481 w 5537518"/>
                <a:gd name="connsiteY98" fmla="*/ 1231013 h 1231013"/>
                <a:gd name="connsiteX99" fmla="*/ 112987 w 5537518"/>
                <a:gd name="connsiteY99" fmla="*/ 1231013 h 1231013"/>
                <a:gd name="connsiteX100" fmla="*/ 56494 w 5537518"/>
                <a:gd name="connsiteY100" fmla="*/ 1231013 h 1231013"/>
                <a:gd name="connsiteX101" fmla="*/ 0 w 5537518"/>
                <a:gd name="connsiteY101" fmla="*/ 1231013 h 1231013"/>
                <a:gd name="connsiteX0" fmla="*/ 5269379 w 5508946"/>
                <a:gd name="connsiteY0" fmla="*/ 0 h 1231013"/>
                <a:gd name="connsiteX1" fmla="*/ 5489899 w 5508946"/>
                <a:gd name="connsiteY1" fmla="*/ 8755 h 1231013"/>
                <a:gd name="connsiteX2" fmla="*/ 5508946 w 5508946"/>
                <a:gd name="connsiteY2" fmla="*/ 175424 h 1231013"/>
                <a:gd name="connsiteX3" fmla="*/ 5462927 w 5508946"/>
                <a:gd name="connsiteY3" fmla="*/ 279311 h 1231013"/>
                <a:gd name="connsiteX4" fmla="*/ 5420381 w 5508946"/>
                <a:gd name="connsiteY4" fmla="*/ 382680 h 1231013"/>
                <a:gd name="connsiteX5" fmla="*/ 5376592 w 5508946"/>
                <a:gd name="connsiteY5" fmla="*/ 486258 h 1231013"/>
                <a:gd name="connsiteX6" fmla="*/ 5331483 w 5508946"/>
                <a:gd name="connsiteY6" fmla="*/ 589993 h 1231013"/>
                <a:gd name="connsiteX7" fmla="*/ 5284967 w 5508946"/>
                <a:gd name="connsiteY7" fmla="*/ 693816 h 1231013"/>
                <a:gd name="connsiteX8" fmla="*/ 5236951 w 5508946"/>
                <a:gd name="connsiteY8" fmla="*/ 797636 h 1231013"/>
                <a:gd name="connsiteX9" fmla="*/ 5187335 w 5508946"/>
                <a:gd name="connsiteY9" fmla="*/ 901330 h 1231013"/>
                <a:gd name="connsiteX10" fmla="*/ 5136015 w 5508946"/>
                <a:gd name="connsiteY10" fmla="*/ 1004719 h 1231013"/>
                <a:gd name="connsiteX11" fmla="*/ 5082895 w 5508946"/>
                <a:gd name="connsiteY11" fmla="*/ 1107525 h 1231013"/>
                <a:gd name="connsiteX12" fmla="*/ 5027880 w 5508946"/>
                <a:gd name="connsiteY12" fmla="*/ 1209252 h 1231013"/>
                <a:gd name="connsiteX13" fmla="*/ 4971438 w 5508946"/>
                <a:gd name="connsiteY13" fmla="*/ 1231013 h 1231013"/>
                <a:gd name="connsiteX14" fmla="*/ 4914945 w 5508946"/>
                <a:gd name="connsiteY14" fmla="*/ 1231013 h 1231013"/>
                <a:gd name="connsiteX15" fmla="*/ 4858451 w 5508946"/>
                <a:gd name="connsiteY15" fmla="*/ 1231013 h 1231013"/>
                <a:gd name="connsiteX16" fmla="*/ 4801958 w 5508946"/>
                <a:gd name="connsiteY16" fmla="*/ 1231013 h 1231013"/>
                <a:gd name="connsiteX17" fmla="*/ 4745465 w 5508946"/>
                <a:gd name="connsiteY17" fmla="*/ 1231013 h 1231013"/>
                <a:gd name="connsiteX18" fmla="*/ 4688971 w 5508946"/>
                <a:gd name="connsiteY18" fmla="*/ 1231013 h 1231013"/>
                <a:gd name="connsiteX19" fmla="*/ 4632477 w 5508946"/>
                <a:gd name="connsiteY19" fmla="*/ 1231013 h 1231013"/>
                <a:gd name="connsiteX20" fmla="*/ 4575984 w 5508946"/>
                <a:gd name="connsiteY20" fmla="*/ 1231013 h 1231013"/>
                <a:gd name="connsiteX21" fmla="*/ 4519490 w 5508946"/>
                <a:gd name="connsiteY21" fmla="*/ 1231013 h 1231013"/>
                <a:gd name="connsiteX22" fmla="*/ 4462996 w 5508946"/>
                <a:gd name="connsiteY22" fmla="*/ 1231013 h 1231013"/>
                <a:gd name="connsiteX23" fmla="*/ 4406503 w 5508946"/>
                <a:gd name="connsiteY23" fmla="*/ 1231013 h 1231013"/>
                <a:gd name="connsiteX24" fmla="*/ 4350009 w 5508946"/>
                <a:gd name="connsiteY24" fmla="*/ 1231013 h 1231013"/>
                <a:gd name="connsiteX25" fmla="*/ 4293515 w 5508946"/>
                <a:gd name="connsiteY25" fmla="*/ 1231013 h 1231013"/>
                <a:gd name="connsiteX26" fmla="*/ 4237022 w 5508946"/>
                <a:gd name="connsiteY26" fmla="*/ 1231013 h 1231013"/>
                <a:gd name="connsiteX27" fmla="*/ 4180528 w 5508946"/>
                <a:gd name="connsiteY27" fmla="*/ 1231013 h 1231013"/>
                <a:gd name="connsiteX28" fmla="*/ 4124034 w 5508946"/>
                <a:gd name="connsiteY28" fmla="*/ 1231013 h 1231013"/>
                <a:gd name="connsiteX29" fmla="*/ 4067541 w 5508946"/>
                <a:gd name="connsiteY29" fmla="*/ 1231013 h 1231013"/>
                <a:gd name="connsiteX30" fmla="*/ 4011047 w 5508946"/>
                <a:gd name="connsiteY30" fmla="*/ 1231013 h 1231013"/>
                <a:gd name="connsiteX31" fmla="*/ 3954553 w 5508946"/>
                <a:gd name="connsiteY31" fmla="*/ 1231013 h 1231013"/>
                <a:gd name="connsiteX32" fmla="*/ 3898060 w 5508946"/>
                <a:gd name="connsiteY32" fmla="*/ 1231013 h 1231013"/>
                <a:gd name="connsiteX33" fmla="*/ 3841566 w 5508946"/>
                <a:gd name="connsiteY33" fmla="*/ 1231013 h 1231013"/>
                <a:gd name="connsiteX34" fmla="*/ 3785073 w 5508946"/>
                <a:gd name="connsiteY34" fmla="*/ 1231013 h 1231013"/>
                <a:gd name="connsiteX35" fmla="*/ 3728579 w 5508946"/>
                <a:gd name="connsiteY35" fmla="*/ 1231013 h 1231013"/>
                <a:gd name="connsiteX36" fmla="*/ 3672085 w 5508946"/>
                <a:gd name="connsiteY36" fmla="*/ 1231013 h 1231013"/>
                <a:gd name="connsiteX37" fmla="*/ 3615592 w 5508946"/>
                <a:gd name="connsiteY37" fmla="*/ 1231013 h 1231013"/>
                <a:gd name="connsiteX38" fmla="*/ 3559098 w 5508946"/>
                <a:gd name="connsiteY38" fmla="*/ 1231013 h 1231013"/>
                <a:gd name="connsiteX39" fmla="*/ 3502605 w 5508946"/>
                <a:gd name="connsiteY39" fmla="*/ 1231013 h 1231013"/>
                <a:gd name="connsiteX40" fmla="*/ 3446111 w 5508946"/>
                <a:gd name="connsiteY40" fmla="*/ 1231013 h 1231013"/>
                <a:gd name="connsiteX41" fmla="*/ 3389617 w 5508946"/>
                <a:gd name="connsiteY41" fmla="*/ 1231013 h 1231013"/>
                <a:gd name="connsiteX42" fmla="*/ 3333124 w 5508946"/>
                <a:gd name="connsiteY42" fmla="*/ 1231013 h 1231013"/>
                <a:gd name="connsiteX43" fmla="*/ 3276630 w 5508946"/>
                <a:gd name="connsiteY43" fmla="*/ 1231013 h 1231013"/>
                <a:gd name="connsiteX44" fmla="*/ 3220136 w 5508946"/>
                <a:gd name="connsiteY44" fmla="*/ 1231013 h 1231013"/>
                <a:gd name="connsiteX45" fmla="*/ 3163643 w 5508946"/>
                <a:gd name="connsiteY45" fmla="*/ 1231013 h 1231013"/>
                <a:gd name="connsiteX46" fmla="*/ 3107149 w 5508946"/>
                <a:gd name="connsiteY46" fmla="*/ 1231013 h 1231013"/>
                <a:gd name="connsiteX47" fmla="*/ 3050655 w 5508946"/>
                <a:gd name="connsiteY47" fmla="*/ 1231013 h 1231013"/>
                <a:gd name="connsiteX48" fmla="*/ 2994162 w 5508946"/>
                <a:gd name="connsiteY48" fmla="*/ 1231013 h 1231013"/>
                <a:gd name="connsiteX49" fmla="*/ 2937668 w 5508946"/>
                <a:gd name="connsiteY49" fmla="*/ 1231013 h 1231013"/>
                <a:gd name="connsiteX50" fmla="*/ 2881175 w 5508946"/>
                <a:gd name="connsiteY50" fmla="*/ 1231013 h 1231013"/>
                <a:gd name="connsiteX51" fmla="*/ 2824681 w 5508946"/>
                <a:gd name="connsiteY51" fmla="*/ 1231013 h 1231013"/>
                <a:gd name="connsiteX52" fmla="*/ 2768188 w 5508946"/>
                <a:gd name="connsiteY52" fmla="*/ 1231013 h 1231013"/>
                <a:gd name="connsiteX53" fmla="*/ 2711694 w 5508946"/>
                <a:gd name="connsiteY53" fmla="*/ 1231013 h 1231013"/>
                <a:gd name="connsiteX54" fmla="*/ 2655200 w 5508946"/>
                <a:gd name="connsiteY54" fmla="*/ 1231013 h 1231013"/>
                <a:gd name="connsiteX55" fmla="*/ 2598707 w 5508946"/>
                <a:gd name="connsiteY55" fmla="*/ 1231013 h 1231013"/>
                <a:gd name="connsiteX56" fmla="*/ 2542213 w 5508946"/>
                <a:gd name="connsiteY56" fmla="*/ 1231013 h 1231013"/>
                <a:gd name="connsiteX57" fmla="*/ 2485719 w 5508946"/>
                <a:gd name="connsiteY57" fmla="*/ 1231013 h 1231013"/>
                <a:gd name="connsiteX58" fmla="*/ 2429226 w 5508946"/>
                <a:gd name="connsiteY58" fmla="*/ 1231013 h 1231013"/>
                <a:gd name="connsiteX59" fmla="*/ 2372732 w 5508946"/>
                <a:gd name="connsiteY59" fmla="*/ 1231013 h 1231013"/>
                <a:gd name="connsiteX60" fmla="*/ 2316238 w 5508946"/>
                <a:gd name="connsiteY60" fmla="*/ 1231013 h 1231013"/>
                <a:gd name="connsiteX61" fmla="*/ 2259745 w 5508946"/>
                <a:gd name="connsiteY61" fmla="*/ 1231013 h 1231013"/>
                <a:gd name="connsiteX62" fmla="*/ 2203251 w 5508946"/>
                <a:gd name="connsiteY62" fmla="*/ 1231013 h 1231013"/>
                <a:gd name="connsiteX63" fmla="*/ 2146758 w 5508946"/>
                <a:gd name="connsiteY63" fmla="*/ 1231013 h 1231013"/>
                <a:gd name="connsiteX64" fmla="*/ 2090264 w 5508946"/>
                <a:gd name="connsiteY64" fmla="*/ 1231013 h 1231013"/>
                <a:gd name="connsiteX65" fmla="*/ 2033770 w 5508946"/>
                <a:gd name="connsiteY65" fmla="*/ 1231013 h 1231013"/>
                <a:gd name="connsiteX66" fmla="*/ 1977277 w 5508946"/>
                <a:gd name="connsiteY66" fmla="*/ 1231013 h 1231013"/>
                <a:gd name="connsiteX67" fmla="*/ 1920783 w 5508946"/>
                <a:gd name="connsiteY67" fmla="*/ 1231013 h 1231013"/>
                <a:gd name="connsiteX68" fmla="*/ 1864290 w 5508946"/>
                <a:gd name="connsiteY68" fmla="*/ 1231013 h 1231013"/>
                <a:gd name="connsiteX69" fmla="*/ 1807796 w 5508946"/>
                <a:gd name="connsiteY69" fmla="*/ 1231013 h 1231013"/>
                <a:gd name="connsiteX70" fmla="*/ 1751302 w 5508946"/>
                <a:gd name="connsiteY70" fmla="*/ 1231013 h 1231013"/>
                <a:gd name="connsiteX71" fmla="*/ 1694809 w 5508946"/>
                <a:gd name="connsiteY71" fmla="*/ 1231013 h 1231013"/>
                <a:gd name="connsiteX72" fmla="*/ 1638315 w 5508946"/>
                <a:gd name="connsiteY72" fmla="*/ 1231013 h 1231013"/>
                <a:gd name="connsiteX73" fmla="*/ 1581821 w 5508946"/>
                <a:gd name="connsiteY73" fmla="*/ 1231013 h 1231013"/>
                <a:gd name="connsiteX74" fmla="*/ 1525328 w 5508946"/>
                <a:gd name="connsiteY74" fmla="*/ 1231013 h 1231013"/>
                <a:gd name="connsiteX75" fmla="*/ 1468834 w 5508946"/>
                <a:gd name="connsiteY75" fmla="*/ 1231013 h 1231013"/>
                <a:gd name="connsiteX76" fmla="*/ 1412340 w 5508946"/>
                <a:gd name="connsiteY76" fmla="*/ 1231013 h 1231013"/>
                <a:gd name="connsiteX77" fmla="*/ 1355847 w 5508946"/>
                <a:gd name="connsiteY77" fmla="*/ 1231013 h 1231013"/>
                <a:gd name="connsiteX78" fmla="*/ 1299353 w 5508946"/>
                <a:gd name="connsiteY78" fmla="*/ 1231013 h 1231013"/>
                <a:gd name="connsiteX79" fmla="*/ 1242860 w 5508946"/>
                <a:gd name="connsiteY79" fmla="*/ 1231013 h 1231013"/>
                <a:gd name="connsiteX80" fmla="*/ 1186366 w 5508946"/>
                <a:gd name="connsiteY80" fmla="*/ 1231013 h 1231013"/>
                <a:gd name="connsiteX81" fmla="*/ 1129872 w 5508946"/>
                <a:gd name="connsiteY81" fmla="*/ 1231013 h 1231013"/>
                <a:gd name="connsiteX82" fmla="*/ 1073379 w 5508946"/>
                <a:gd name="connsiteY82" fmla="*/ 1231013 h 1231013"/>
                <a:gd name="connsiteX83" fmla="*/ 1016885 w 5508946"/>
                <a:gd name="connsiteY83" fmla="*/ 1231013 h 1231013"/>
                <a:gd name="connsiteX84" fmla="*/ 960392 w 5508946"/>
                <a:gd name="connsiteY84" fmla="*/ 1231013 h 1231013"/>
                <a:gd name="connsiteX85" fmla="*/ 903898 w 5508946"/>
                <a:gd name="connsiteY85" fmla="*/ 1231013 h 1231013"/>
                <a:gd name="connsiteX86" fmla="*/ 847404 w 5508946"/>
                <a:gd name="connsiteY86" fmla="*/ 1231013 h 1231013"/>
                <a:gd name="connsiteX87" fmla="*/ 790911 w 5508946"/>
                <a:gd name="connsiteY87" fmla="*/ 1231013 h 1231013"/>
                <a:gd name="connsiteX88" fmla="*/ 734417 w 5508946"/>
                <a:gd name="connsiteY88" fmla="*/ 1231013 h 1231013"/>
                <a:gd name="connsiteX89" fmla="*/ 677923 w 5508946"/>
                <a:gd name="connsiteY89" fmla="*/ 1231013 h 1231013"/>
                <a:gd name="connsiteX90" fmla="*/ 621430 w 5508946"/>
                <a:gd name="connsiteY90" fmla="*/ 1231013 h 1231013"/>
                <a:gd name="connsiteX91" fmla="*/ 564936 w 5508946"/>
                <a:gd name="connsiteY91" fmla="*/ 1231013 h 1231013"/>
                <a:gd name="connsiteX92" fmla="*/ 508443 w 5508946"/>
                <a:gd name="connsiteY92" fmla="*/ 1231013 h 1231013"/>
                <a:gd name="connsiteX93" fmla="*/ 451949 w 5508946"/>
                <a:gd name="connsiteY93" fmla="*/ 1231013 h 1231013"/>
                <a:gd name="connsiteX94" fmla="*/ 395455 w 5508946"/>
                <a:gd name="connsiteY94" fmla="*/ 1231013 h 1231013"/>
                <a:gd name="connsiteX95" fmla="*/ 338962 w 5508946"/>
                <a:gd name="connsiteY95" fmla="*/ 1231013 h 1231013"/>
                <a:gd name="connsiteX96" fmla="*/ 282468 w 5508946"/>
                <a:gd name="connsiteY96" fmla="*/ 1231013 h 1231013"/>
                <a:gd name="connsiteX97" fmla="*/ 225974 w 5508946"/>
                <a:gd name="connsiteY97" fmla="*/ 1231013 h 1231013"/>
                <a:gd name="connsiteX98" fmla="*/ 169481 w 5508946"/>
                <a:gd name="connsiteY98" fmla="*/ 1231013 h 1231013"/>
                <a:gd name="connsiteX99" fmla="*/ 112987 w 5508946"/>
                <a:gd name="connsiteY99" fmla="*/ 1231013 h 1231013"/>
                <a:gd name="connsiteX100" fmla="*/ 56494 w 5508946"/>
                <a:gd name="connsiteY100" fmla="*/ 1231013 h 1231013"/>
                <a:gd name="connsiteX101" fmla="*/ 0 w 5508946"/>
                <a:gd name="connsiteY101" fmla="*/ 1231013 h 1231013"/>
                <a:gd name="connsiteX0" fmla="*/ 5269379 w 5502597"/>
                <a:gd name="connsiteY0" fmla="*/ 0 h 1231013"/>
                <a:gd name="connsiteX1" fmla="*/ 5489899 w 5502597"/>
                <a:gd name="connsiteY1" fmla="*/ 8755 h 1231013"/>
                <a:gd name="connsiteX2" fmla="*/ 5502597 w 5502597"/>
                <a:gd name="connsiteY2" fmla="*/ 170661 h 1231013"/>
                <a:gd name="connsiteX3" fmla="*/ 5462927 w 5502597"/>
                <a:gd name="connsiteY3" fmla="*/ 279311 h 1231013"/>
                <a:gd name="connsiteX4" fmla="*/ 5420381 w 5502597"/>
                <a:gd name="connsiteY4" fmla="*/ 382680 h 1231013"/>
                <a:gd name="connsiteX5" fmla="*/ 5376592 w 5502597"/>
                <a:gd name="connsiteY5" fmla="*/ 486258 h 1231013"/>
                <a:gd name="connsiteX6" fmla="*/ 5331483 w 5502597"/>
                <a:gd name="connsiteY6" fmla="*/ 589993 h 1231013"/>
                <a:gd name="connsiteX7" fmla="*/ 5284967 w 5502597"/>
                <a:gd name="connsiteY7" fmla="*/ 693816 h 1231013"/>
                <a:gd name="connsiteX8" fmla="*/ 5236951 w 5502597"/>
                <a:gd name="connsiteY8" fmla="*/ 797636 h 1231013"/>
                <a:gd name="connsiteX9" fmla="*/ 5187335 w 5502597"/>
                <a:gd name="connsiteY9" fmla="*/ 901330 h 1231013"/>
                <a:gd name="connsiteX10" fmla="*/ 5136015 w 5502597"/>
                <a:gd name="connsiteY10" fmla="*/ 1004719 h 1231013"/>
                <a:gd name="connsiteX11" fmla="*/ 5082895 w 5502597"/>
                <a:gd name="connsiteY11" fmla="*/ 1107525 h 1231013"/>
                <a:gd name="connsiteX12" fmla="*/ 5027880 w 5502597"/>
                <a:gd name="connsiteY12" fmla="*/ 1209252 h 1231013"/>
                <a:gd name="connsiteX13" fmla="*/ 4971438 w 5502597"/>
                <a:gd name="connsiteY13" fmla="*/ 1231013 h 1231013"/>
                <a:gd name="connsiteX14" fmla="*/ 4914945 w 5502597"/>
                <a:gd name="connsiteY14" fmla="*/ 1231013 h 1231013"/>
                <a:gd name="connsiteX15" fmla="*/ 4858451 w 5502597"/>
                <a:gd name="connsiteY15" fmla="*/ 1231013 h 1231013"/>
                <a:gd name="connsiteX16" fmla="*/ 4801958 w 5502597"/>
                <a:gd name="connsiteY16" fmla="*/ 1231013 h 1231013"/>
                <a:gd name="connsiteX17" fmla="*/ 4745465 w 5502597"/>
                <a:gd name="connsiteY17" fmla="*/ 1231013 h 1231013"/>
                <a:gd name="connsiteX18" fmla="*/ 4688971 w 5502597"/>
                <a:gd name="connsiteY18" fmla="*/ 1231013 h 1231013"/>
                <a:gd name="connsiteX19" fmla="*/ 4632477 w 5502597"/>
                <a:gd name="connsiteY19" fmla="*/ 1231013 h 1231013"/>
                <a:gd name="connsiteX20" fmla="*/ 4575984 w 5502597"/>
                <a:gd name="connsiteY20" fmla="*/ 1231013 h 1231013"/>
                <a:gd name="connsiteX21" fmla="*/ 4519490 w 5502597"/>
                <a:gd name="connsiteY21" fmla="*/ 1231013 h 1231013"/>
                <a:gd name="connsiteX22" fmla="*/ 4462996 w 5502597"/>
                <a:gd name="connsiteY22" fmla="*/ 1231013 h 1231013"/>
                <a:gd name="connsiteX23" fmla="*/ 4406503 w 5502597"/>
                <a:gd name="connsiteY23" fmla="*/ 1231013 h 1231013"/>
                <a:gd name="connsiteX24" fmla="*/ 4350009 w 5502597"/>
                <a:gd name="connsiteY24" fmla="*/ 1231013 h 1231013"/>
                <a:gd name="connsiteX25" fmla="*/ 4293515 w 5502597"/>
                <a:gd name="connsiteY25" fmla="*/ 1231013 h 1231013"/>
                <a:gd name="connsiteX26" fmla="*/ 4237022 w 5502597"/>
                <a:gd name="connsiteY26" fmla="*/ 1231013 h 1231013"/>
                <a:gd name="connsiteX27" fmla="*/ 4180528 w 5502597"/>
                <a:gd name="connsiteY27" fmla="*/ 1231013 h 1231013"/>
                <a:gd name="connsiteX28" fmla="*/ 4124034 w 5502597"/>
                <a:gd name="connsiteY28" fmla="*/ 1231013 h 1231013"/>
                <a:gd name="connsiteX29" fmla="*/ 4067541 w 5502597"/>
                <a:gd name="connsiteY29" fmla="*/ 1231013 h 1231013"/>
                <a:gd name="connsiteX30" fmla="*/ 4011047 w 5502597"/>
                <a:gd name="connsiteY30" fmla="*/ 1231013 h 1231013"/>
                <a:gd name="connsiteX31" fmla="*/ 3954553 w 5502597"/>
                <a:gd name="connsiteY31" fmla="*/ 1231013 h 1231013"/>
                <a:gd name="connsiteX32" fmla="*/ 3898060 w 5502597"/>
                <a:gd name="connsiteY32" fmla="*/ 1231013 h 1231013"/>
                <a:gd name="connsiteX33" fmla="*/ 3841566 w 5502597"/>
                <a:gd name="connsiteY33" fmla="*/ 1231013 h 1231013"/>
                <a:gd name="connsiteX34" fmla="*/ 3785073 w 5502597"/>
                <a:gd name="connsiteY34" fmla="*/ 1231013 h 1231013"/>
                <a:gd name="connsiteX35" fmla="*/ 3728579 w 5502597"/>
                <a:gd name="connsiteY35" fmla="*/ 1231013 h 1231013"/>
                <a:gd name="connsiteX36" fmla="*/ 3672085 w 5502597"/>
                <a:gd name="connsiteY36" fmla="*/ 1231013 h 1231013"/>
                <a:gd name="connsiteX37" fmla="*/ 3615592 w 5502597"/>
                <a:gd name="connsiteY37" fmla="*/ 1231013 h 1231013"/>
                <a:gd name="connsiteX38" fmla="*/ 3559098 w 5502597"/>
                <a:gd name="connsiteY38" fmla="*/ 1231013 h 1231013"/>
                <a:gd name="connsiteX39" fmla="*/ 3502605 w 5502597"/>
                <a:gd name="connsiteY39" fmla="*/ 1231013 h 1231013"/>
                <a:gd name="connsiteX40" fmla="*/ 3446111 w 5502597"/>
                <a:gd name="connsiteY40" fmla="*/ 1231013 h 1231013"/>
                <a:gd name="connsiteX41" fmla="*/ 3389617 w 5502597"/>
                <a:gd name="connsiteY41" fmla="*/ 1231013 h 1231013"/>
                <a:gd name="connsiteX42" fmla="*/ 3333124 w 5502597"/>
                <a:gd name="connsiteY42" fmla="*/ 1231013 h 1231013"/>
                <a:gd name="connsiteX43" fmla="*/ 3276630 w 5502597"/>
                <a:gd name="connsiteY43" fmla="*/ 1231013 h 1231013"/>
                <a:gd name="connsiteX44" fmla="*/ 3220136 w 5502597"/>
                <a:gd name="connsiteY44" fmla="*/ 1231013 h 1231013"/>
                <a:gd name="connsiteX45" fmla="*/ 3163643 w 5502597"/>
                <a:gd name="connsiteY45" fmla="*/ 1231013 h 1231013"/>
                <a:gd name="connsiteX46" fmla="*/ 3107149 w 5502597"/>
                <a:gd name="connsiteY46" fmla="*/ 1231013 h 1231013"/>
                <a:gd name="connsiteX47" fmla="*/ 3050655 w 5502597"/>
                <a:gd name="connsiteY47" fmla="*/ 1231013 h 1231013"/>
                <a:gd name="connsiteX48" fmla="*/ 2994162 w 5502597"/>
                <a:gd name="connsiteY48" fmla="*/ 1231013 h 1231013"/>
                <a:gd name="connsiteX49" fmla="*/ 2937668 w 5502597"/>
                <a:gd name="connsiteY49" fmla="*/ 1231013 h 1231013"/>
                <a:gd name="connsiteX50" fmla="*/ 2881175 w 5502597"/>
                <a:gd name="connsiteY50" fmla="*/ 1231013 h 1231013"/>
                <a:gd name="connsiteX51" fmla="*/ 2824681 w 5502597"/>
                <a:gd name="connsiteY51" fmla="*/ 1231013 h 1231013"/>
                <a:gd name="connsiteX52" fmla="*/ 2768188 w 5502597"/>
                <a:gd name="connsiteY52" fmla="*/ 1231013 h 1231013"/>
                <a:gd name="connsiteX53" fmla="*/ 2711694 w 5502597"/>
                <a:gd name="connsiteY53" fmla="*/ 1231013 h 1231013"/>
                <a:gd name="connsiteX54" fmla="*/ 2655200 w 5502597"/>
                <a:gd name="connsiteY54" fmla="*/ 1231013 h 1231013"/>
                <a:gd name="connsiteX55" fmla="*/ 2598707 w 5502597"/>
                <a:gd name="connsiteY55" fmla="*/ 1231013 h 1231013"/>
                <a:gd name="connsiteX56" fmla="*/ 2542213 w 5502597"/>
                <a:gd name="connsiteY56" fmla="*/ 1231013 h 1231013"/>
                <a:gd name="connsiteX57" fmla="*/ 2485719 w 5502597"/>
                <a:gd name="connsiteY57" fmla="*/ 1231013 h 1231013"/>
                <a:gd name="connsiteX58" fmla="*/ 2429226 w 5502597"/>
                <a:gd name="connsiteY58" fmla="*/ 1231013 h 1231013"/>
                <a:gd name="connsiteX59" fmla="*/ 2372732 w 5502597"/>
                <a:gd name="connsiteY59" fmla="*/ 1231013 h 1231013"/>
                <a:gd name="connsiteX60" fmla="*/ 2316238 w 5502597"/>
                <a:gd name="connsiteY60" fmla="*/ 1231013 h 1231013"/>
                <a:gd name="connsiteX61" fmla="*/ 2259745 w 5502597"/>
                <a:gd name="connsiteY61" fmla="*/ 1231013 h 1231013"/>
                <a:gd name="connsiteX62" fmla="*/ 2203251 w 5502597"/>
                <a:gd name="connsiteY62" fmla="*/ 1231013 h 1231013"/>
                <a:gd name="connsiteX63" fmla="*/ 2146758 w 5502597"/>
                <a:gd name="connsiteY63" fmla="*/ 1231013 h 1231013"/>
                <a:gd name="connsiteX64" fmla="*/ 2090264 w 5502597"/>
                <a:gd name="connsiteY64" fmla="*/ 1231013 h 1231013"/>
                <a:gd name="connsiteX65" fmla="*/ 2033770 w 5502597"/>
                <a:gd name="connsiteY65" fmla="*/ 1231013 h 1231013"/>
                <a:gd name="connsiteX66" fmla="*/ 1977277 w 5502597"/>
                <a:gd name="connsiteY66" fmla="*/ 1231013 h 1231013"/>
                <a:gd name="connsiteX67" fmla="*/ 1920783 w 5502597"/>
                <a:gd name="connsiteY67" fmla="*/ 1231013 h 1231013"/>
                <a:gd name="connsiteX68" fmla="*/ 1864290 w 5502597"/>
                <a:gd name="connsiteY68" fmla="*/ 1231013 h 1231013"/>
                <a:gd name="connsiteX69" fmla="*/ 1807796 w 5502597"/>
                <a:gd name="connsiteY69" fmla="*/ 1231013 h 1231013"/>
                <a:gd name="connsiteX70" fmla="*/ 1751302 w 5502597"/>
                <a:gd name="connsiteY70" fmla="*/ 1231013 h 1231013"/>
                <a:gd name="connsiteX71" fmla="*/ 1694809 w 5502597"/>
                <a:gd name="connsiteY71" fmla="*/ 1231013 h 1231013"/>
                <a:gd name="connsiteX72" fmla="*/ 1638315 w 5502597"/>
                <a:gd name="connsiteY72" fmla="*/ 1231013 h 1231013"/>
                <a:gd name="connsiteX73" fmla="*/ 1581821 w 5502597"/>
                <a:gd name="connsiteY73" fmla="*/ 1231013 h 1231013"/>
                <a:gd name="connsiteX74" fmla="*/ 1525328 w 5502597"/>
                <a:gd name="connsiteY74" fmla="*/ 1231013 h 1231013"/>
                <a:gd name="connsiteX75" fmla="*/ 1468834 w 5502597"/>
                <a:gd name="connsiteY75" fmla="*/ 1231013 h 1231013"/>
                <a:gd name="connsiteX76" fmla="*/ 1412340 w 5502597"/>
                <a:gd name="connsiteY76" fmla="*/ 1231013 h 1231013"/>
                <a:gd name="connsiteX77" fmla="*/ 1355847 w 5502597"/>
                <a:gd name="connsiteY77" fmla="*/ 1231013 h 1231013"/>
                <a:gd name="connsiteX78" fmla="*/ 1299353 w 5502597"/>
                <a:gd name="connsiteY78" fmla="*/ 1231013 h 1231013"/>
                <a:gd name="connsiteX79" fmla="*/ 1242860 w 5502597"/>
                <a:gd name="connsiteY79" fmla="*/ 1231013 h 1231013"/>
                <a:gd name="connsiteX80" fmla="*/ 1186366 w 5502597"/>
                <a:gd name="connsiteY80" fmla="*/ 1231013 h 1231013"/>
                <a:gd name="connsiteX81" fmla="*/ 1129872 w 5502597"/>
                <a:gd name="connsiteY81" fmla="*/ 1231013 h 1231013"/>
                <a:gd name="connsiteX82" fmla="*/ 1073379 w 5502597"/>
                <a:gd name="connsiteY82" fmla="*/ 1231013 h 1231013"/>
                <a:gd name="connsiteX83" fmla="*/ 1016885 w 5502597"/>
                <a:gd name="connsiteY83" fmla="*/ 1231013 h 1231013"/>
                <a:gd name="connsiteX84" fmla="*/ 960392 w 5502597"/>
                <a:gd name="connsiteY84" fmla="*/ 1231013 h 1231013"/>
                <a:gd name="connsiteX85" fmla="*/ 903898 w 5502597"/>
                <a:gd name="connsiteY85" fmla="*/ 1231013 h 1231013"/>
                <a:gd name="connsiteX86" fmla="*/ 847404 w 5502597"/>
                <a:gd name="connsiteY86" fmla="*/ 1231013 h 1231013"/>
                <a:gd name="connsiteX87" fmla="*/ 790911 w 5502597"/>
                <a:gd name="connsiteY87" fmla="*/ 1231013 h 1231013"/>
                <a:gd name="connsiteX88" fmla="*/ 734417 w 5502597"/>
                <a:gd name="connsiteY88" fmla="*/ 1231013 h 1231013"/>
                <a:gd name="connsiteX89" fmla="*/ 677923 w 5502597"/>
                <a:gd name="connsiteY89" fmla="*/ 1231013 h 1231013"/>
                <a:gd name="connsiteX90" fmla="*/ 621430 w 5502597"/>
                <a:gd name="connsiteY90" fmla="*/ 1231013 h 1231013"/>
                <a:gd name="connsiteX91" fmla="*/ 564936 w 5502597"/>
                <a:gd name="connsiteY91" fmla="*/ 1231013 h 1231013"/>
                <a:gd name="connsiteX92" fmla="*/ 508443 w 5502597"/>
                <a:gd name="connsiteY92" fmla="*/ 1231013 h 1231013"/>
                <a:gd name="connsiteX93" fmla="*/ 451949 w 5502597"/>
                <a:gd name="connsiteY93" fmla="*/ 1231013 h 1231013"/>
                <a:gd name="connsiteX94" fmla="*/ 395455 w 5502597"/>
                <a:gd name="connsiteY94" fmla="*/ 1231013 h 1231013"/>
                <a:gd name="connsiteX95" fmla="*/ 338962 w 5502597"/>
                <a:gd name="connsiteY95" fmla="*/ 1231013 h 1231013"/>
                <a:gd name="connsiteX96" fmla="*/ 282468 w 5502597"/>
                <a:gd name="connsiteY96" fmla="*/ 1231013 h 1231013"/>
                <a:gd name="connsiteX97" fmla="*/ 225974 w 5502597"/>
                <a:gd name="connsiteY97" fmla="*/ 1231013 h 1231013"/>
                <a:gd name="connsiteX98" fmla="*/ 169481 w 5502597"/>
                <a:gd name="connsiteY98" fmla="*/ 1231013 h 1231013"/>
                <a:gd name="connsiteX99" fmla="*/ 112987 w 5502597"/>
                <a:gd name="connsiteY99" fmla="*/ 1231013 h 1231013"/>
                <a:gd name="connsiteX100" fmla="*/ 56494 w 5502597"/>
                <a:gd name="connsiteY100" fmla="*/ 1231013 h 1231013"/>
                <a:gd name="connsiteX101" fmla="*/ 0 w 5502597"/>
                <a:gd name="connsiteY101" fmla="*/ 1231013 h 1231013"/>
                <a:gd name="connsiteX0" fmla="*/ 5489899 w 5502597"/>
                <a:gd name="connsiteY0" fmla="*/ 0 h 1222258"/>
                <a:gd name="connsiteX1" fmla="*/ 5502597 w 5502597"/>
                <a:gd name="connsiteY1" fmla="*/ 161906 h 1222258"/>
                <a:gd name="connsiteX2" fmla="*/ 5462927 w 5502597"/>
                <a:gd name="connsiteY2" fmla="*/ 270556 h 1222258"/>
                <a:gd name="connsiteX3" fmla="*/ 5420381 w 5502597"/>
                <a:gd name="connsiteY3" fmla="*/ 373925 h 1222258"/>
                <a:gd name="connsiteX4" fmla="*/ 5376592 w 5502597"/>
                <a:gd name="connsiteY4" fmla="*/ 477503 h 1222258"/>
                <a:gd name="connsiteX5" fmla="*/ 5331483 w 5502597"/>
                <a:gd name="connsiteY5" fmla="*/ 581238 h 1222258"/>
                <a:gd name="connsiteX6" fmla="*/ 5284967 w 5502597"/>
                <a:gd name="connsiteY6" fmla="*/ 685061 h 1222258"/>
                <a:gd name="connsiteX7" fmla="*/ 5236951 w 5502597"/>
                <a:gd name="connsiteY7" fmla="*/ 788881 h 1222258"/>
                <a:gd name="connsiteX8" fmla="*/ 5187335 w 5502597"/>
                <a:gd name="connsiteY8" fmla="*/ 892575 h 1222258"/>
                <a:gd name="connsiteX9" fmla="*/ 5136015 w 5502597"/>
                <a:gd name="connsiteY9" fmla="*/ 995964 h 1222258"/>
                <a:gd name="connsiteX10" fmla="*/ 5082895 w 5502597"/>
                <a:gd name="connsiteY10" fmla="*/ 1098770 h 1222258"/>
                <a:gd name="connsiteX11" fmla="*/ 5027880 w 5502597"/>
                <a:gd name="connsiteY11" fmla="*/ 1200497 h 1222258"/>
                <a:gd name="connsiteX12" fmla="*/ 4971438 w 5502597"/>
                <a:gd name="connsiteY12" fmla="*/ 1222258 h 1222258"/>
                <a:gd name="connsiteX13" fmla="*/ 4914945 w 5502597"/>
                <a:gd name="connsiteY13" fmla="*/ 1222258 h 1222258"/>
                <a:gd name="connsiteX14" fmla="*/ 4858451 w 5502597"/>
                <a:gd name="connsiteY14" fmla="*/ 1222258 h 1222258"/>
                <a:gd name="connsiteX15" fmla="*/ 4801958 w 5502597"/>
                <a:gd name="connsiteY15" fmla="*/ 1222258 h 1222258"/>
                <a:gd name="connsiteX16" fmla="*/ 4745465 w 5502597"/>
                <a:gd name="connsiteY16" fmla="*/ 1222258 h 1222258"/>
                <a:gd name="connsiteX17" fmla="*/ 4688971 w 5502597"/>
                <a:gd name="connsiteY17" fmla="*/ 1222258 h 1222258"/>
                <a:gd name="connsiteX18" fmla="*/ 4632477 w 5502597"/>
                <a:gd name="connsiteY18" fmla="*/ 1222258 h 1222258"/>
                <a:gd name="connsiteX19" fmla="*/ 4575984 w 5502597"/>
                <a:gd name="connsiteY19" fmla="*/ 1222258 h 1222258"/>
                <a:gd name="connsiteX20" fmla="*/ 4519490 w 5502597"/>
                <a:gd name="connsiteY20" fmla="*/ 1222258 h 1222258"/>
                <a:gd name="connsiteX21" fmla="*/ 4462996 w 5502597"/>
                <a:gd name="connsiteY21" fmla="*/ 1222258 h 1222258"/>
                <a:gd name="connsiteX22" fmla="*/ 4406503 w 5502597"/>
                <a:gd name="connsiteY22" fmla="*/ 1222258 h 1222258"/>
                <a:gd name="connsiteX23" fmla="*/ 4350009 w 5502597"/>
                <a:gd name="connsiteY23" fmla="*/ 1222258 h 1222258"/>
                <a:gd name="connsiteX24" fmla="*/ 4293515 w 5502597"/>
                <a:gd name="connsiteY24" fmla="*/ 1222258 h 1222258"/>
                <a:gd name="connsiteX25" fmla="*/ 4237022 w 5502597"/>
                <a:gd name="connsiteY25" fmla="*/ 1222258 h 1222258"/>
                <a:gd name="connsiteX26" fmla="*/ 4180528 w 5502597"/>
                <a:gd name="connsiteY26" fmla="*/ 1222258 h 1222258"/>
                <a:gd name="connsiteX27" fmla="*/ 4124034 w 5502597"/>
                <a:gd name="connsiteY27" fmla="*/ 1222258 h 1222258"/>
                <a:gd name="connsiteX28" fmla="*/ 4067541 w 5502597"/>
                <a:gd name="connsiteY28" fmla="*/ 1222258 h 1222258"/>
                <a:gd name="connsiteX29" fmla="*/ 4011047 w 5502597"/>
                <a:gd name="connsiteY29" fmla="*/ 1222258 h 1222258"/>
                <a:gd name="connsiteX30" fmla="*/ 3954553 w 5502597"/>
                <a:gd name="connsiteY30" fmla="*/ 1222258 h 1222258"/>
                <a:gd name="connsiteX31" fmla="*/ 3898060 w 5502597"/>
                <a:gd name="connsiteY31" fmla="*/ 1222258 h 1222258"/>
                <a:gd name="connsiteX32" fmla="*/ 3841566 w 5502597"/>
                <a:gd name="connsiteY32" fmla="*/ 1222258 h 1222258"/>
                <a:gd name="connsiteX33" fmla="*/ 3785073 w 5502597"/>
                <a:gd name="connsiteY33" fmla="*/ 1222258 h 1222258"/>
                <a:gd name="connsiteX34" fmla="*/ 3728579 w 5502597"/>
                <a:gd name="connsiteY34" fmla="*/ 1222258 h 1222258"/>
                <a:gd name="connsiteX35" fmla="*/ 3672085 w 5502597"/>
                <a:gd name="connsiteY35" fmla="*/ 1222258 h 1222258"/>
                <a:gd name="connsiteX36" fmla="*/ 3615592 w 5502597"/>
                <a:gd name="connsiteY36" fmla="*/ 1222258 h 1222258"/>
                <a:gd name="connsiteX37" fmla="*/ 3559098 w 5502597"/>
                <a:gd name="connsiteY37" fmla="*/ 1222258 h 1222258"/>
                <a:gd name="connsiteX38" fmla="*/ 3502605 w 5502597"/>
                <a:gd name="connsiteY38" fmla="*/ 1222258 h 1222258"/>
                <a:gd name="connsiteX39" fmla="*/ 3446111 w 5502597"/>
                <a:gd name="connsiteY39" fmla="*/ 1222258 h 1222258"/>
                <a:gd name="connsiteX40" fmla="*/ 3389617 w 5502597"/>
                <a:gd name="connsiteY40" fmla="*/ 1222258 h 1222258"/>
                <a:gd name="connsiteX41" fmla="*/ 3333124 w 5502597"/>
                <a:gd name="connsiteY41" fmla="*/ 1222258 h 1222258"/>
                <a:gd name="connsiteX42" fmla="*/ 3276630 w 5502597"/>
                <a:gd name="connsiteY42" fmla="*/ 1222258 h 1222258"/>
                <a:gd name="connsiteX43" fmla="*/ 3220136 w 5502597"/>
                <a:gd name="connsiteY43" fmla="*/ 1222258 h 1222258"/>
                <a:gd name="connsiteX44" fmla="*/ 3163643 w 5502597"/>
                <a:gd name="connsiteY44" fmla="*/ 1222258 h 1222258"/>
                <a:gd name="connsiteX45" fmla="*/ 3107149 w 5502597"/>
                <a:gd name="connsiteY45" fmla="*/ 1222258 h 1222258"/>
                <a:gd name="connsiteX46" fmla="*/ 3050655 w 5502597"/>
                <a:gd name="connsiteY46" fmla="*/ 1222258 h 1222258"/>
                <a:gd name="connsiteX47" fmla="*/ 2994162 w 5502597"/>
                <a:gd name="connsiteY47" fmla="*/ 1222258 h 1222258"/>
                <a:gd name="connsiteX48" fmla="*/ 2937668 w 5502597"/>
                <a:gd name="connsiteY48" fmla="*/ 1222258 h 1222258"/>
                <a:gd name="connsiteX49" fmla="*/ 2881175 w 5502597"/>
                <a:gd name="connsiteY49" fmla="*/ 1222258 h 1222258"/>
                <a:gd name="connsiteX50" fmla="*/ 2824681 w 5502597"/>
                <a:gd name="connsiteY50" fmla="*/ 1222258 h 1222258"/>
                <a:gd name="connsiteX51" fmla="*/ 2768188 w 5502597"/>
                <a:gd name="connsiteY51" fmla="*/ 1222258 h 1222258"/>
                <a:gd name="connsiteX52" fmla="*/ 2711694 w 5502597"/>
                <a:gd name="connsiteY52" fmla="*/ 1222258 h 1222258"/>
                <a:gd name="connsiteX53" fmla="*/ 2655200 w 5502597"/>
                <a:gd name="connsiteY53" fmla="*/ 1222258 h 1222258"/>
                <a:gd name="connsiteX54" fmla="*/ 2598707 w 5502597"/>
                <a:gd name="connsiteY54" fmla="*/ 1222258 h 1222258"/>
                <a:gd name="connsiteX55" fmla="*/ 2542213 w 5502597"/>
                <a:gd name="connsiteY55" fmla="*/ 1222258 h 1222258"/>
                <a:gd name="connsiteX56" fmla="*/ 2485719 w 5502597"/>
                <a:gd name="connsiteY56" fmla="*/ 1222258 h 1222258"/>
                <a:gd name="connsiteX57" fmla="*/ 2429226 w 5502597"/>
                <a:gd name="connsiteY57" fmla="*/ 1222258 h 1222258"/>
                <a:gd name="connsiteX58" fmla="*/ 2372732 w 5502597"/>
                <a:gd name="connsiteY58" fmla="*/ 1222258 h 1222258"/>
                <a:gd name="connsiteX59" fmla="*/ 2316238 w 5502597"/>
                <a:gd name="connsiteY59" fmla="*/ 1222258 h 1222258"/>
                <a:gd name="connsiteX60" fmla="*/ 2259745 w 5502597"/>
                <a:gd name="connsiteY60" fmla="*/ 1222258 h 1222258"/>
                <a:gd name="connsiteX61" fmla="*/ 2203251 w 5502597"/>
                <a:gd name="connsiteY61" fmla="*/ 1222258 h 1222258"/>
                <a:gd name="connsiteX62" fmla="*/ 2146758 w 5502597"/>
                <a:gd name="connsiteY62" fmla="*/ 1222258 h 1222258"/>
                <a:gd name="connsiteX63" fmla="*/ 2090264 w 5502597"/>
                <a:gd name="connsiteY63" fmla="*/ 1222258 h 1222258"/>
                <a:gd name="connsiteX64" fmla="*/ 2033770 w 5502597"/>
                <a:gd name="connsiteY64" fmla="*/ 1222258 h 1222258"/>
                <a:gd name="connsiteX65" fmla="*/ 1977277 w 5502597"/>
                <a:gd name="connsiteY65" fmla="*/ 1222258 h 1222258"/>
                <a:gd name="connsiteX66" fmla="*/ 1920783 w 5502597"/>
                <a:gd name="connsiteY66" fmla="*/ 1222258 h 1222258"/>
                <a:gd name="connsiteX67" fmla="*/ 1864290 w 5502597"/>
                <a:gd name="connsiteY67" fmla="*/ 1222258 h 1222258"/>
                <a:gd name="connsiteX68" fmla="*/ 1807796 w 5502597"/>
                <a:gd name="connsiteY68" fmla="*/ 1222258 h 1222258"/>
                <a:gd name="connsiteX69" fmla="*/ 1751302 w 5502597"/>
                <a:gd name="connsiteY69" fmla="*/ 1222258 h 1222258"/>
                <a:gd name="connsiteX70" fmla="*/ 1694809 w 5502597"/>
                <a:gd name="connsiteY70" fmla="*/ 1222258 h 1222258"/>
                <a:gd name="connsiteX71" fmla="*/ 1638315 w 5502597"/>
                <a:gd name="connsiteY71" fmla="*/ 1222258 h 1222258"/>
                <a:gd name="connsiteX72" fmla="*/ 1581821 w 5502597"/>
                <a:gd name="connsiteY72" fmla="*/ 1222258 h 1222258"/>
                <a:gd name="connsiteX73" fmla="*/ 1525328 w 5502597"/>
                <a:gd name="connsiteY73" fmla="*/ 1222258 h 1222258"/>
                <a:gd name="connsiteX74" fmla="*/ 1468834 w 5502597"/>
                <a:gd name="connsiteY74" fmla="*/ 1222258 h 1222258"/>
                <a:gd name="connsiteX75" fmla="*/ 1412340 w 5502597"/>
                <a:gd name="connsiteY75" fmla="*/ 1222258 h 1222258"/>
                <a:gd name="connsiteX76" fmla="*/ 1355847 w 5502597"/>
                <a:gd name="connsiteY76" fmla="*/ 1222258 h 1222258"/>
                <a:gd name="connsiteX77" fmla="*/ 1299353 w 5502597"/>
                <a:gd name="connsiteY77" fmla="*/ 1222258 h 1222258"/>
                <a:gd name="connsiteX78" fmla="*/ 1242860 w 5502597"/>
                <a:gd name="connsiteY78" fmla="*/ 1222258 h 1222258"/>
                <a:gd name="connsiteX79" fmla="*/ 1186366 w 5502597"/>
                <a:gd name="connsiteY79" fmla="*/ 1222258 h 1222258"/>
                <a:gd name="connsiteX80" fmla="*/ 1129872 w 5502597"/>
                <a:gd name="connsiteY80" fmla="*/ 1222258 h 1222258"/>
                <a:gd name="connsiteX81" fmla="*/ 1073379 w 5502597"/>
                <a:gd name="connsiteY81" fmla="*/ 1222258 h 1222258"/>
                <a:gd name="connsiteX82" fmla="*/ 1016885 w 5502597"/>
                <a:gd name="connsiteY82" fmla="*/ 1222258 h 1222258"/>
                <a:gd name="connsiteX83" fmla="*/ 960392 w 5502597"/>
                <a:gd name="connsiteY83" fmla="*/ 1222258 h 1222258"/>
                <a:gd name="connsiteX84" fmla="*/ 903898 w 5502597"/>
                <a:gd name="connsiteY84" fmla="*/ 1222258 h 1222258"/>
                <a:gd name="connsiteX85" fmla="*/ 847404 w 5502597"/>
                <a:gd name="connsiteY85" fmla="*/ 1222258 h 1222258"/>
                <a:gd name="connsiteX86" fmla="*/ 790911 w 5502597"/>
                <a:gd name="connsiteY86" fmla="*/ 1222258 h 1222258"/>
                <a:gd name="connsiteX87" fmla="*/ 734417 w 5502597"/>
                <a:gd name="connsiteY87" fmla="*/ 1222258 h 1222258"/>
                <a:gd name="connsiteX88" fmla="*/ 677923 w 5502597"/>
                <a:gd name="connsiteY88" fmla="*/ 1222258 h 1222258"/>
                <a:gd name="connsiteX89" fmla="*/ 621430 w 5502597"/>
                <a:gd name="connsiteY89" fmla="*/ 1222258 h 1222258"/>
                <a:gd name="connsiteX90" fmla="*/ 564936 w 5502597"/>
                <a:gd name="connsiteY90" fmla="*/ 1222258 h 1222258"/>
                <a:gd name="connsiteX91" fmla="*/ 508443 w 5502597"/>
                <a:gd name="connsiteY91" fmla="*/ 1222258 h 1222258"/>
                <a:gd name="connsiteX92" fmla="*/ 451949 w 5502597"/>
                <a:gd name="connsiteY92" fmla="*/ 1222258 h 1222258"/>
                <a:gd name="connsiteX93" fmla="*/ 395455 w 5502597"/>
                <a:gd name="connsiteY93" fmla="*/ 1222258 h 1222258"/>
                <a:gd name="connsiteX94" fmla="*/ 338962 w 5502597"/>
                <a:gd name="connsiteY94" fmla="*/ 1222258 h 1222258"/>
                <a:gd name="connsiteX95" fmla="*/ 282468 w 5502597"/>
                <a:gd name="connsiteY95" fmla="*/ 1222258 h 1222258"/>
                <a:gd name="connsiteX96" fmla="*/ 225974 w 5502597"/>
                <a:gd name="connsiteY96" fmla="*/ 1222258 h 1222258"/>
                <a:gd name="connsiteX97" fmla="*/ 169481 w 5502597"/>
                <a:gd name="connsiteY97" fmla="*/ 1222258 h 1222258"/>
                <a:gd name="connsiteX98" fmla="*/ 112987 w 5502597"/>
                <a:gd name="connsiteY98" fmla="*/ 1222258 h 1222258"/>
                <a:gd name="connsiteX99" fmla="*/ 56494 w 5502597"/>
                <a:gd name="connsiteY99" fmla="*/ 1222258 h 1222258"/>
                <a:gd name="connsiteX100" fmla="*/ 0 w 5502597"/>
                <a:gd name="connsiteY100" fmla="*/ 1222258 h 1222258"/>
                <a:gd name="connsiteX0" fmla="*/ 5489899 w 5502597"/>
                <a:gd name="connsiteY0" fmla="*/ 0 h 1222258"/>
                <a:gd name="connsiteX1" fmla="*/ 5502597 w 5502597"/>
                <a:gd name="connsiteY1" fmla="*/ 161906 h 1222258"/>
                <a:gd name="connsiteX2" fmla="*/ 5462927 w 5502597"/>
                <a:gd name="connsiteY2" fmla="*/ 270556 h 1222258"/>
                <a:gd name="connsiteX3" fmla="*/ 5420381 w 5502597"/>
                <a:gd name="connsiteY3" fmla="*/ 373925 h 1222258"/>
                <a:gd name="connsiteX4" fmla="*/ 5376592 w 5502597"/>
                <a:gd name="connsiteY4" fmla="*/ 477503 h 1222258"/>
                <a:gd name="connsiteX5" fmla="*/ 5331483 w 5502597"/>
                <a:gd name="connsiteY5" fmla="*/ 581238 h 1222258"/>
                <a:gd name="connsiteX6" fmla="*/ 5284967 w 5502597"/>
                <a:gd name="connsiteY6" fmla="*/ 685061 h 1222258"/>
                <a:gd name="connsiteX7" fmla="*/ 5236951 w 5502597"/>
                <a:gd name="connsiteY7" fmla="*/ 788881 h 1222258"/>
                <a:gd name="connsiteX8" fmla="*/ 5187335 w 5502597"/>
                <a:gd name="connsiteY8" fmla="*/ 892575 h 1222258"/>
                <a:gd name="connsiteX9" fmla="*/ 5136015 w 5502597"/>
                <a:gd name="connsiteY9" fmla="*/ 995964 h 1222258"/>
                <a:gd name="connsiteX10" fmla="*/ 5082895 w 5502597"/>
                <a:gd name="connsiteY10" fmla="*/ 1098770 h 1222258"/>
                <a:gd name="connsiteX11" fmla="*/ 5027880 w 5502597"/>
                <a:gd name="connsiteY11" fmla="*/ 1200497 h 1222258"/>
                <a:gd name="connsiteX12" fmla="*/ 4971438 w 5502597"/>
                <a:gd name="connsiteY12" fmla="*/ 1222258 h 1222258"/>
                <a:gd name="connsiteX13" fmla="*/ 4914945 w 5502597"/>
                <a:gd name="connsiteY13" fmla="*/ 1222258 h 1222258"/>
                <a:gd name="connsiteX14" fmla="*/ 4858451 w 5502597"/>
                <a:gd name="connsiteY14" fmla="*/ 1222258 h 1222258"/>
                <a:gd name="connsiteX15" fmla="*/ 4801958 w 5502597"/>
                <a:gd name="connsiteY15" fmla="*/ 1222258 h 1222258"/>
                <a:gd name="connsiteX16" fmla="*/ 4745465 w 5502597"/>
                <a:gd name="connsiteY16" fmla="*/ 1222258 h 1222258"/>
                <a:gd name="connsiteX17" fmla="*/ 4688971 w 5502597"/>
                <a:gd name="connsiteY17" fmla="*/ 1222258 h 1222258"/>
                <a:gd name="connsiteX18" fmla="*/ 4632477 w 5502597"/>
                <a:gd name="connsiteY18" fmla="*/ 1222258 h 1222258"/>
                <a:gd name="connsiteX19" fmla="*/ 4575984 w 5502597"/>
                <a:gd name="connsiteY19" fmla="*/ 1222258 h 1222258"/>
                <a:gd name="connsiteX20" fmla="*/ 4519490 w 5502597"/>
                <a:gd name="connsiteY20" fmla="*/ 1222258 h 1222258"/>
                <a:gd name="connsiteX21" fmla="*/ 4462996 w 5502597"/>
                <a:gd name="connsiteY21" fmla="*/ 1222258 h 1222258"/>
                <a:gd name="connsiteX22" fmla="*/ 4406503 w 5502597"/>
                <a:gd name="connsiteY22" fmla="*/ 1222258 h 1222258"/>
                <a:gd name="connsiteX23" fmla="*/ 4350009 w 5502597"/>
                <a:gd name="connsiteY23" fmla="*/ 1222258 h 1222258"/>
                <a:gd name="connsiteX24" fmla="*/ 4293515 w 5502597"/>
                <a:gd name="connsiteY24" fmla="*/ 1222258 h 1222258"/>
                <a:gd name="connsiteX25" fmla="*/ 4237022 w 5502597"/>
                <a:gd name="connsiteY25" fmla="*/ 1222258 h 1222258"/>
                <a:gd name="connsiteX26" fmla="*/ 4180528 w 5502597"/>
                <a:gd name="connsiteY26" fmla="*/ 1222258 h 1222258"/>
                <a:gd name="connsiteX27" fmla="*/ 4124034 w 5502597"/>
                <a:gd name="connsiteY27" fmla="*/ 1222258 h 1222258"/>
                <a:gd name="connsiteX28" fmla="*/ 4067541 w 5502597"/>
                <a:gd name="connsiteY28" fmla="*/ 1222258 h 1222258"/>
                <a:gd name="connsiteX29" fmla="*/ 4011047 w 5502597"/>
                <a:gd name="connsiteY29" fmla="*/ 1222258 h 1222258"/>
                <a:gd name="connsiteX30" fmla="*/ 3954553 w 5502597"/>
                <a:gd name="connsiteY30" fmla="*/ 1222258 h 1222258"/>
                <a:gd name="connsiteX31" fmla="*/ 3898060 w 5502597"/>
                <a:gd name="connsiteY31" fmla="*/ 1222258 h 1222258"/>
                <a:gd name="connsiteX32" fmla="*/ 3841566 w 5502597"/>
                <a:gd name="connsiteY32" fmla="*/ 1222258 h 1222258"/>
                <a:gd name="connsiteX33" fmla="*/ 3785073 w 5502597"/>
                <a:gd name="connsiteY33" fmla="*/ 1222258 h 1222258"/>
                <a:gd name="connsiteX34" fmla="*/ 3728579 w 5502597"/>
                <a:gd name="connsiteY34" fmla="*/ 1222258 h 1222258"/>
                <a:gd name="connsiteX35" fmla="*/ 3672085 w 5502597"/>
                <a:gd name="connsiteY35" fmla="*/ 1222258 h 1222258"/>
                <a:gd name="connsiteX36" fmla="*/ 3615592 w 5502597"/>
                <a:gd name="connsiteY36" fmla="*/ 1222258 h 1222258"/>
                <a:gd name="connsiteX37" fmla="*/ 3559098 w 5502597"/>
                <a:gd name="connsiteY37" fmla="*/ 1222258 h 1222258"/>
                <a:gd name="connsiteX38" fmla="*/ 3502605 w 5502597"/>
                <a:gd name="connsiteY38" fmla="*/ 1222258 h 1222258"/>
                <a:gd name="connsiteX39" fmla="*/ 3446111 w 5502597"/>
                <a:gd name="connsiteY39" fmla="*/ 1222258 h 1222258"/>
                <a:gd name="connsiteX40" fmla="*/ 3389617 w 5502597"/>
                <a:gd name="connsiteY40" fmla="*/ 1222258 h 1222258"/>
                <a:gd name="connsiteX41" fmla="*/ 3333124 w 5502597"/>
                <a:gd name="connsiteY41" fmla="*/ 1222258 h 1222258"/>
                <a:gd name="connsiteX42" fmla="*/ 3276630 w 5502597"/>
                <a:gd name="connsiteY42" fmla="*/ 1222258 h 1222258"/>
                <a:gd name="connsiteX43" fmla="*/ 3220136 w 5502597"/>
                <a:gd name="connsiteY43" fmla="*/ 1222258 h 1222258"/>
                <a:gd name="connsiteX44" fmla="*/ 3163643 w 5502597"/>
                <a:gd name="connsiteY44" fmla="*/ 1222258 h 1222258"/>
                <a:gd name="connsiteX45" fmla="*/ 3107149 w 5502597"/>
                <a:gd name="connsiteY45" fmla="*/ 1222258 h 1222258"/>
                <a:gd name="connsiteX46" fmla="*/ 3050655 w 5502597"/>
                <a:gd name="connsiteY46" fmla="*/ 1222258 h 1222258"/>
                <a:gd name="connsiteX47" fmla="*/ 2994162 w 5502597"/>
                <a:gd name="connsiteY47" fmla="*/ 1222258 h 1222258"/>
                <a:gd name="connsiteX48" fmla="*/ 2937668 w 5502597"/>
                <a:gd name="connsiteY48" fmla="*/ 1222258 h 1222258"/>
                <a:gd name="connsiteX49" fmla="*/ 2881175 w 5502597"/>
                <a:gd name="connsiteY49" fmla="*/ 1222258 h 1222258"/>
                <a:gd name="connsiteX50" fmla="*/ 2824681 w 5502597"/>
                <a:gd name="connsiteY50" fmla="*/ 1222258 h 1222258"/>
                <a:gd name="connsiteX51" fmla="*/ 2768188 w 5502597"/>
                <a:gd name="connsiteY51" fmla="*/ 1222258 h 1222258"/>
                <a:gd name="connsiteX52" fmla="*/ 2711694 w 5502597"/>
                <a:gd name="connsiteY52" fmla="*/ 1222258 h 1222258"/>
                <a:gd name="connsiteX53" fmla="*/ 2655200 w 5502597"/>
                <a:gd name="connsiteY53" fmla="*/ 1222258 h 1222258"/>
                <a:gd name="connsiteX54" fmla="*/ 2598707 w 5502597"/>
                <a:gd name="connsiteY54" fmla="*/ 1222258 h 1222258"/>
                <a:gd name="connsiteX55" fmla="*/ 2542213 w 5502597"/>
                <a:gd name="connsiteY55" fmla="*/ 1222258 h 1222258"/>
                <a:gd name="connsiteX56" fmla="*/ 2485719 w 5502597"/>
                <a:gd name="connsiteY56" fmla="*/ 1222258 h 1222258"/>
                <a:gd name="connsiteX57" fmla="*/ 2429226 w 5502597"/>
                <a:gd name="connsiteY57" fmla="*/ 1222258 h 1222258"/>
                <a:gd name="connsiteX58" fmla="*/ 2372732 w 5502597"/>
                <a:gd name="connsiteY58" fmla="*/ 1222258 h 1222258"/>
                <a:gd name="connsiteX59" fmla="*/ 2316238 w 5502597"/>
                <a:gd name="connsiteY59" fmla="*/ 1222258 h 1222258"/>
                <a:gd name="connsiteX60" fmla="*/ 2259745 w 5502597"/>
                <a:gd name="connsiteY60" fmla="*/ 1222258 h 1222258"/>
                <a:gd name="connsiteX61" fmla="*/ 2203251 w 5502597"/>
                <a:gd name="connsiteY61" fmla="*/ 1222258 h 1222258"/>
                <a:gd name="connsiteX62" fmla="*/ 2146758 w 5502597"/>
                <a:gd name="connsiteY62" fmla="*/ 1222258 h 1222258"/>
                <a:gd name="connsiteX63" fmla="*/ 2090264 w 5502597"/>
                <a:gd name="connsiteY63" fmla="*/ 1222258 h 1222258"/>
                <a:gd name="connsiteX64" fmla="*/ 2033770 w 5502597"/>
                <a:gd name="connsiteY64" fmla="*/ 1222258 h 1222258"/>
                <a:gd name="connsiteX65" fmla="*/ 1977277 w 5502597"/>
                <a:gd name="connsiteY65" fmla="*/ 1222258 h 1222258"/>
                <a:gd name="connsiteX66" fmla="*/ 1920783 w 5502597"/>
                <a:gd name="connsiteY66" fmla="*/ 1222258 h 1222258"/>
                <a:gd name="connsiteX67" fmla="*/ 1864290 w 5502597"/>
                <a:gd name="connsiteY67" fmla="*/ 1222258 h 1222258"/>
                <a:gd name="connsiteX68" fmla="*/ 1807796 w 5502597"/>
                <a:gd name="connsiteY68" fmla="*/ 1222258 h 1222258"/>
                <a:gd name="connsiteX69" fmla="*/ 1751302 w 5502597"/>
                <a:gd name="connsiteY69" fmla="*/ 1222258 h 1222258"/>
                <a:gd name="connsiteX70" fmla="*/ 1694809 w 5502597"/>
                <a:gd name="connsiteY70" fmla="*/ 1222258 h 1222258"/>
                <a:gd name="connsiteX71" fmla="*/ 1638315 w 5502597"/>
                <a:gd name="connsiteY71" fmla="*/ 1222258 h 1222258"/>
                <a:gd name="connsiteX72" fmla="*/ 1581821 w 5502597"/>
                <a:gd name="connsiteY72" fmla="*/ 1222258 h 1222258"/>
                <a:gd name="connsiteX73" fmla="*/ 1525328 w 5502597"/>
                <a:gd name="connsiteY73" fmla="*/ 1222258 h 1222258"/>
                <a:gd name="connsiteX74" fmla="*/ 1468834 w 5502597"/>
                <a:gd name="connsiteY74" fmla="*/ 1222258 h 1222258"/>
                <a:gd name="connsiteX75" fmla="*/ 1412340 w 5502597"/>
                <a:gd name="connsiteY75" fmla="*/ 1222258 h 1222258"/>
                <a:gd name="connsiteX76" fmla="*/ 1355847 w 5502597"/>
                <a:gd name="connsiteY76" fmla="*/ 1222258 h 1222258"/>
                <a:gd name="connsiteX77" fmla="*/ 1299353 w 5502597"/>
                <a:gd name="connsiteY77" fmla="*/ 1222258 h 1222258"/>
                <a:gd name="connsiteX78" fmla="*/ 1242860 w 5502597"/>
                <a:gd name="connsiteY78" fmla="*/ 1222258 h 1222258"/>
                <a:gd name="connsiteX79" fmla="*/ 1186366 w 5502597"/>
                <a:gd name="connsiteY79" fmla="*/ 1222258 h 1222258"/>
                <a:gd name="connsiteX80" fmla="*/ 1129872 w 5502597"/>
                <a:gd name="connsiteY80" fmla="*/ 1222258 h 1222258"/>
                <a:gd name="connsiteX81" fmla="*/ 1073379 w 5502597"/>
                <a:gd name="connsiteY81" fmla="*/ 1222258 h 1222258"/>
                <a:gd name="connsiteX82" fmla="*/ 1016885 w 5502597"/>
                <a:gd name="connsiteY82" fmla="*/ 1222258 h 1222258"/>
                <a:gd name="connsiteX83" fmla="*/ 960392 w 5502597"/>
                <a:gd name="connsiteY83" fmla="*/ 1222258 h 1222258"/>
                <a:gd name="connsiteX84" fmla="*/ 903898 w 5502597"/>
                <a:gd name="connsiteY84" fmla="*/ 1222258 h 1222258"/>
                <a:gd name="connsiteX85" fmla="*/ 847404 w 5502597"/>
                <a:gd name="connsiteY85" fmla="*/ 1222258 h 1222258"/>
                <a:gd name="connsiteX86" fmla="*/ 790911 w 5502597"/>
                <a:gd name="connsiteY86" fmla="*/ 1222258 h 1222258"/>
                <a:gd name="connsiteX87" fmla="*/ 734417 w 5502597"/>
                <a:gd name="connsiteY87" fmla="*/ 1222258 h 1222258"/>
                <a:gd name="connsiteX88" fmla="*/ 677923 w 5502597"/>
                <a:gd name="connsiteY88" fmla="*/ 1222258 h 1222258"/>
                <a:gd name="connsiteX89" fmla="*/ 621430 w 5502597"/>
                <a:gd name="connsiteY89" fmla="*/ 1222258 h 1222258"/>
                <a:gd name="connsiteX90" fmla="*/ 564936 w 5502597"/>
                <a:gd name="connsiteY90" fmla="*/ 1222258 h 1222258"/>
                <a:gd name="connsiteX91" fmla="*/ 508443 w 5502597"/>
                <a:gd name="connsiteY91" fmla="*/ 1222258 h 1222258"/>
                <a:gd name="connsiteX92" fmla="*/ 451949 w 5502597"/>
                <a:gd name="connsiteY92" fmla="*/ 1222258 h 1222258"/>
                <a:gd name="connsiteX93" fmla="*/ 395455 w 5502597"/>
                <a:gd name="connsiteY93" fmla="*/ 1222258 h 1222258"/>
                <a:gd name="connsiteX94" fmla="*/ 338962 w 5502597"/>
                <a:gd name="connsiteY94" fmla="*/ 1222258 h 1222258"/>
                <a:gd name="connsiteX95" fmla="*/ 282468 w 5502597"/>
                <a:gd name="connsiteY95" fmla="*/ 1222258 h 1222258"/>
                <a:gd name="connsiteX96" fmla="*/ 225974 w 5502597"/>
                <a:gd name="connsiteY96" fmla="*/ 1222258 h 1222258"/>
                <a:gd name="connsiteX97" fmla="*/ 169481 w 5502597"/>
                <a:gd name="connsiteY97" fmla="*/ 1222258 h 1222258"/>
                <a:gd name="connsiteX98" fmla="*/ 112987 w 5502597"/>
                <a:gd name="connsiteY98" fmla="*/ 1222258 h 1222258"/>
                <a:gd name="connsiteX99" fmla="*/ 56494 w 5502597"/>
                <a:gd name="connsiteY99" fmla="*/ 1222258 h 1222258"/>
                <a:gd name="connsiteX100" fmla="*/ 0 w 5502597"/>
                <a:gd name="connsiteY100" fmla="*/ 1222258 h 1222258"/>
                <a:gd name="connsiteX0" fmla="*/ 5489899 w 5524820"/>
                <a:gd name="connsiteY0" fmla="*/ 0 h 1222258"/>
                <a:gd name="connsiteX1" fmla="*/ 5524820 w 5524820"/>
                <a:gd name="connsiteY1" fmla="*/ 207938 h 1222258"/>
                <a:gd name="connsiteX2" fmla="*/ 5462927 w 5524820"/>
                <a:gd name="connsiteY2" fmla="*/ 270556 h 1222258"/>
                <a:gd name="connsiteX3" fmla="*/ 5420381 w 5524820"/>
                <a:gd name="connsiteY3" fmla="*/ 373925 h 1222258"/>
                <a:gd name="connsiteX4" fmla="*/ 5376592 w 5524820"/>
                <a:gd name="connsiteY4" fmla="*/ 477503 h 1222258"/>
                <a:gd name="connsiteX5" fmla="*/ 5331483 w 5524820"/>
                <a:gd name="connsiteY5" fmla="*/ 581238 h 1222258"/>
                <a:gd name="connsiteX6" fmla="*/ 5284967 w 5524820"/>
                <a:gd name="connsiteY6" fmla="*/ 685061 h 1222258"/>
                <a:gd name="connsiteX7" fmla="*/ 5236951 w 5524820"/>
                <a:gd name="connsiteY7" fmla="*/ 788881 h 1222258"/>
                <a:gd name="connsiteX8" fmla="*/ 5187335 w 5524820"/>
                <a:gd name="connsiteY8" fmla="*/ 892575 h 1222258"/>
                <a:gd name="connsiteX9" fmla="*/ 5136015 w 5524820"/>
                <a:gd name="connsiteY9" fmla="*/ 995964 h 1222258"/>
                <a:gd name="connsiteX10" fmla="*/ 5082895 w 5524820"/>
                <a:gd name="connsiteY10" fmla="*/ 1098770 h 1222258"/>
                <a:gd name="connsiteX11" fmla="*/ 5027880 w 5524820"/>
                <a:gd name="connsiteY11" fmla="*/ 1200497 h 1222258"/>
                <a:gd name="connsiteX12" fmla="*/ 4971438 w 5524820"/>
                <a:gd name="connsiteY12" fmla="*/ 1222258 h 1222258"/>
                <a:gd name="connsiteX13" fmla="*/ 4914945 w 5524820"/>
                <a:gd name="connsiteY13" fmla="*/ 1222258 h 1222258"/>
                <a:gd name="connsiteX14" fmla="*/ 4858451 w 5524820"/>
                <a:gd name="connsiteY14" fmla="*/ 1222258 h 1222258"/>
                <a:gd name="connsiteX15" fmla="*/ 4801958 w 5524820"/>
                <a:gd name="connsiteY15" fmla="*/ 1222258 h 1222258"/>
                <a:gd name="connsiteX16" fmla="*/ 4745465 w 5524820"/>
                <a:gd name="connsiteY16" fmla="*/ 1222258 h 1222258"/>
                <a:gd name="connsiteX17" fmla="*/ 4688971 w 5524820"/>
                <a:gd name="connsiteY17" fmla="*/ 1222258 h 1222258"/>
                <a:gd name="connsiteX18" fmla="*/ 4632477 w 5524820"/>
                <a:gd name="connsiteY18" fmla="*/ 1222258 h 1222258"/>
                <a:gd name="connsiteX19" fmla="*/ 4575984 w 5524820"/>
                <a:gd name="connsiteY19" fmla="*/ 1222258 h 1222258"/>
                <a:gd name="connsiteX20" fmla="*/ 4519490 w 5524820"/>
                <a:gd name="connsiteY20" fmla="*/ 1222258 h 1222258"/>
                <a:gd name="connsiteX21" fmla="*/ 4462996 w 5524820"/>
                <a:gd name="connsiteY21" fmla="*/ 1222258 h 1222258"/>
                <a:gd name="connsiteX22" fmla="*/ 4406503 w 5524820"/>
                <a:gd name="connsiteY22" fmla="*/ 1222258 h 1222258"/>
                <a:gd name="connsiteX23" fmla="*/ 4350009 w 5524820"/>
                <a:gd name="connsiteY23" fmla="*/ 1222258 h 1222258"/>
                <a:gd name="connsiteX24" fmla="*/ 4293515 w 5524820"/>
                <a:gd name="connsiteY24" fmla="*/ 1222258 h 1222258"/>
                <a:gd name="connsiteX25" fmla="*/ 4237022 w 5524820"/>
                <a:gd name="connsiteY25" fmla="*/ 1222258 h 1222258"/>
                <a:gd name="connsiteX26" fmla="*/ 4180528 w 5524820"/>
                <a:gd name="connsiteY26" fmla="*/ 1222258 h 1222258"/>
                <a:gd name="connsiteX27" fmla="*/ 4124034 w 5524820"/>
                <a:gd name="connsiteY27" fmla="*/ 1222258 h 1222258"/>
                <a:gd name="connsiteX28" fmla="*/ 4067541 w 5524820"/>
                <a:gd name="connsiteY28" fmla="*/ 1222258 h 1222258"/>
                <a:gd name="connsiteX29" fmla="*/ 4011047 w 5524820"/>
                <a:gd name="connsiteY29" fmla="*/ 1222258 h 1222258"/>
                <a:gd name="connsiteX30" fmla="*/ 3954553 w 5524820"/>
                <a:gd name="connsiteY30" fmla="*/ 1222258 h 1222258"/>
                <a:gd name="connsiteX31" fmla="*/ 3898060 w 5524820"/>
                <a:gd name="connsiteY31" fmla="*/ 1222258 h 1222258"/>
                <a:gd name="connsiteX32" fmla="*/ 3841566 w 5524820"/>
                <a:gd name="connsiteY32" fmla="*/ 1222258 h 1222258"/>
                <a:gd name="connsiteX33" fmla="*/ 3785073 w 5524820"/>
                <a:gd name="connsiteY33" fmla="*/ 1222258 h 1222258"/>
                <a:gd name="connsiteX34" fmla="*/ 3728579 w 5524820"/>
                <a:gd name="connsiteY34" fmla="*/ 1222258 h 1222258"/>
                <a:gd name="connsiteX35" fmla="*/ 3672085 w 5524820"/>
                <a:gd name="connsiteY35" fmla="*/ 1222258 h 1222258"/>
                <a:gd name="connsiteX36" fmla="*/ 3615592 w 5524820"/>
                <a:gd name="connsiteY36" fmla="*/ 1222258 h 1222258"/>
                <a:gd name="connsiteX37" fmla="*/ 3559098 w 5524820"/>
                <a:gd name="connsiteY37" fmla="*/ 1222258 h 1222258"/>
                <a:gd name="connsiteX38" fmla="*/ 3502605 w 5524820"/>
                <a:gd name="connsiteY38" fmla="*/ 1222258 h 1222258"/>
                <a:gd name="connsiteX39" fmla="*/ 3446111 w 5524820"/>
                <a:gd name="connsiteY39" fmla="*/ 1222258 h 1222258"/>
                <a:gd name="connsiteX40" fmla="*/ 3389617 w 5524820"/>
                <a:gd name="connsiteY40" fmla="*/ 1222258 h 1222258"/>
                <a:gd name="connsiteX41" fmla="*/ 3333124 w 5524820"/>
                <a:gd name="connsiteY41" fmla="*/ 1222258 h 1222258"/>
                <a:gd name="connsiteX42" fmla="*/ 3276630 w 5524820"/>
                <a:gd name="connsiteY42" fmla="*/ 1222258 h 1222258"/>
                <a:gd name="connsiteX43" fmla="*/ 3220136 w 5524820"/>
                <a:gd name="connsiteY43" fmla="*/ 1222258 h 1222258"/>
                <a:gd name="connsiteX44" fmla="*/ 3163643 w 5524820"/>
                <a:gd name="connsiteY44" fmla="*/ 1222258 h 1222258"/>
                <a:gd name="connsiteX45" fmla="*/ 3107149 w 5524820"/>
                <a:gd name="connsiteY45" fmla="*/ 1222258 h 1222258"/>
                <a:gd name="connsiteX46" fmla="*/ 3050655 w 5524820"/>
                <a:gd name="connsiteY46" fmla="*/ 1222258 h 1222258"/>
                <a:gd name="connsiteX47" fmla="*/ 2994162 w 5524820"/>
                <a:gd name="connsiteY47" fmla="*/ 1222258 h 1222258"/>
                <a:gd name="connsiteX48" fmla="*/ 2937668 w 5524820"/>
                <a:gd name="connsiteY48" fmla="*/ 1222258 h 1222258"/>
                <a:gd name="connsiteX49" fmla="*/ 2881175 w 5524820"/>
                <a:gd name="connsiteY49" fmla="*/ 1222258 h 1222258"/>
                <a:gd name="connsiteX50" fmla="*/ 2824681 w 5524820"/>
                <a:gd name="connsiteY50" fmla="*/ 1222258 h 1222258"/>
                <a:gd name="connsiteX51" fmla="*/ 2768188 w 5524820"/>
                <a:gd name="connsiteY51" fmla="*/ 1222258 h 1222258"/>
                <a:gd name="connsiteX52" fmla="*/ 2711694 w 5524820"/>
                <a:gd name="connsiteY52" fmla="*/ 1222258 h 1222258"/>
                <a:gd name="connsiteX53" fmla="*/ 2655200 w 5524820"/>
                <a:gd name="connsiteY53" fmla="*/ 1222258 h 1222258"/>
                <a:gd name="connsiteX54" fmla="*/ 2598707 w 5524820"/>
                <a:gd name="connsiteY54" fmla="*/ 1222258 h 1222258"/>
                <a:gd name="connsiteX55" fmla="*/ 2542213 w 5524820"/>
                <a:gd name="connsiteY55" fmla="*/ 1222258 h 1222258"/>
                <a:gd name="connsiteX56" fmla="*/ 2485719 w 5524820"/>
                <a:gd name="connsiteY56" fmla="*/ 1222258 h 1222258"/>
                <a:gd name="connsiteX57" fmla="*/ 2429226 w 5524820"/>
                <a:gd name="connsiteY57" fmla="*/ 1222258 h 1222258"/>
                <a:gd name="connsiteX58" fmla="*/ 2372732 w 5524820"/>
                <a:gd name="connsiteY58" fmla="*/ 1222258 h 1222258"/>
                <a:gd name="connsiteX59" fmla="*/ 2316238 w 5524820"/>
                <a:gd name="connsiteY59" fmla="*/ 1222258 h 1222258"/>
                <a:gd name="connsiteX60" fmla="*/ 2259745 w 5524820"/>
                <a:gd name="connsiteY60" fmla="*/ 1222258 h 1222258"/>
                <a:gd name="connsiteX61" fmla="*/ 2203251 w 5524820"/>
                <a:gd name="connsiteY61" fmla="*/ 1222258 h 1222258"/>
                <a:gd name="connsiteX62" fmla="*/ 2146758 w 5524820"/>
                <a:gd name="connsiteY62" fmla="*/ 1222258 h 1222258"/>
                <a:gd name="connsiteX63" fmla="*/ 2090264 w 5524820"/>
                <a:gd name="connsiteY63" fmla="*/ 1222258 h 1222258"/>
                <a:gd name="connsiteX64" fmla="*/ 2033770 w 5524820"/>
                <a:gd name="connsiteY64" fmla="*/ 1222258 h 1222258"/>
                <a:gd name="connsiteX65" fmla="*/ 1977277 w 5524820"/>
                <a:gd name="connsiteY65" fmla="*/ 1222258 h 1222258"/>
                <a:gd name="connsiteX66" fmla="*/ 1920783 w 5524820"/>
                <a:gd name="connsiteY66" fmla="*/ 1222258 h 1222258"/>
                <a:gd name="connsiteX67" fmla="*/ 1864290 w 5524820"/>
                <a:gd name="connsiteY67" fmla="*/ 1222258 h 1222258"/>
                <a:gd name="connsiteX68" fmla="*/ 1807796 w 5524820"/>
                <a:gd name="connsiteY68" fmla="*/ 1222258 h 1222258"/>
                <a:gd name="connsiteX69" fmla="*/ 1751302 w 5524820"/>
                <a:gd name="connsiteY69" fmla="*/ 1222258 h 1222258"/>
                <a:gd name="connsiteX70" fmla="*/ 1694809 w 5524820"/>
                <a:gd name="connsiteY70" fmla="*/ 1222258 h 1222258"/>
                <a:gd name="connsiteX71" fmla="*/ 1638315 w 5524820"/>
                <a:gd name="connsiteY71" fmla="*/ 1222258 h 1222258"/>
                <a:gd name="connsiteX72" fmla="*/ 1581821 w 5524820"/>
                <a:gd name="connsiteY72" fmla="*/ 1222258 h 1222258"/>
                <a:gd name="connsiteX73" fmla="*/ 1525328 w 5524820"/>
                <a:gd name="connsiteY73" fmla="*/ 1222258 h 1222258"/>
                <a:gd name="connsiteX74" fmla="*/ 1468834 w 5524820"/>
                <a:gd name="connsiteY74" fmla="*/ 1222258 h 1222258"/>
                <a:gd name="connsiteX75" fmla="*/ 1412340 w 5524820"/>
                <a:gd name="connsiteY75" fmla="*/ 1222258 h 1222258"/>
                <a:gd name="connsiteX76" fmla="*/ 1355847 w 5524820"/>
                <a:gd name="connsiteY76" fmla="*/ 1222258 h 1222258"/>
                <a:gd name="connsiteX77" fmla="*/ 1299353 w 5524820"/>
                <a:gd name="connsiteY77" fmla="*/ 1222258 h 1222258"/>
                <a:gd name="connsiteX78" fmla="*/ 1242860 w 5524820"/>
                <a:gd name="connsiteY78" fmla="*/ 1222258 h 1222258"/>
                <a:gd name="connsiteX79" fmla="*/ 1186366 w 5524820"/>
                <a:gd name="connsiteY79" fmla="*/ 1222258 h 1222258"/>
                <a:gd name="connsiteX80" fmla="*/ 1129872 w 5524820"/>
                <a:gd name="connsiteY80" fmla="*/ 1222258 h 1222258"/>
                <a:gd name="connsiteX81" fmla="*/ 1073379 w 5524820"/>
                <a:gd name="connsiteY81" fmla="*/ 1222258 h 1222258"/>
                <a:gd name="connsiteX82" fmla="*/ 1016885 w 5524820"/>
                <a:gd name="connsiteY82" fmla="*/ 1222258 h 1222258"/>
                <a:gd name="connsiteX83" fmla="*/ 960392 w 5524820"/>
                <a:gd name="connsiteY83" fmla="*/ 1222258 h 1222258"/>
                <a:gd name="connsiteX84" fmla="*/ 903898 w 5524820"/>
                <a:gd name="connsiteY84" fmla="*/ 1222258 h 1222258"/>
                <a:gd name="connsiteX85" fmla="*/ 847404 w 5524820"/>
                <a:gd name="connsiteY85" fmla="*/ 1222258 h 1222258"/>
                <a:gd name="connsiteX86" fmla="*/ 790911 w 5524820"/>
                <a:gd name="connsiteY86" fmla="*/ 1222258 h 1222258"/>
                <a:gd name="connsiteX87" fmla="*/ 734417 w 5524820"/>
                <a:gd name="connsiteY87" fmla="*/ 1222258 h 1222258"/>
                <a:gd name="connsiteX88" fmla="*/ 677923 w 5524820"/>
                <a:gd name="connsiteY88" fmla="*/ 1222258 h 1222258"/>
                <a:gd name="connsiteX89" fmla="*/ 621430 w 5524820"/>
                <a:gd name="connsiteY89" fmla="*/ 1222258 h 1222258"/>
                <a:gd name="connsiteX90" fmla="*/ 564936 w 5524820"/>
                <a:gd name="connsiteY90" fmla="*/ 1222258 h 1222258"/>
                <a:gd name="connsiteX91" fmla="*/ 508443 w 5524820"/>
                <a:gd name="connsiteY91" fmla="*/ 1222258 h 1222258"/>
                <a:gd name="connsiteX92" fmla="*/ 451949 w 5524820"/>
                <a:gd name="connsiteY92" fmla="*/ 1222258 h 1222258"/>
                <a:gd name="connsiteX93" fmla="*/ 395455 w 5524820"/>
                <a:gd name="connsiteY93" fmla="*/ 1222258 h 1222258"/>
                <a:gd name="connsiteX94" fmla="*/ 338962 w 5524820"/>
                <a:gd name="connsiteY94" fmla="*/ 1222258 h 1222258"/>
                <a:gd name="connsiteX95" fmla="*/ 282468 w 5524820"/>
                <a:gd name="connsiteY95" fmla="*/ 1222258 h 1222258"/>
                <a:gd name="connsiteX96" fmla="*/ 225974 w 5524820"/>
                <a:gd name="connsiteY96" fmla="*/ 1222258 h 1222258"/>
                <a:gd name="connsiteX97" fmla="*/ 169481 w 5524820"/>
                <a:gd name="connsiteY97" fmla="*/ 1222258 h 1222258"/>
                <a:gd name="connsiteX98" fmla="*/ 112987 w 5524820"/>
                <a:gd name="connsiteY98" fmla="*/ 1222258 h 1222258"/>
                <a:gd name="connsiteX99" fmla="*/ 56494 w 5524820"/>
                <a:gd name="connsiteY99" fmla="*/ 1222258 h 1222258"/>
                <a:gd name="connsiteX100" fmla="*/ 0 w 5524820"/>
                <a:gd name="connsiteY100" fmla="*/ 1222258 h 1222258"/>
                <a:gd name="connsiteX0" fmla="*/ 5489899 w 5507360"/>
                <a:gd name="connsiteY0" fmla="*/ 0 h 1222258"/>
                <a:gd name="connsiteX1" fmla="*/ 5507360 w 5507360"/>
                <a:gd name="connsiteY1" fmla="*/ 171430 h 1222258"/>
                <a:gd name="connsiteX2" fmla="*/ 5462927 w 5507360"/>
                <a:gd name="connsiteY2" fmla="*/ 270556 h 1222258"/>
                <a:gd name="connsiteX3" fmla="*/ 5420381 w 5507360"/>
                <a:gd name="connsiteY3" fmla="*/ 373925 h 1222258"/>
                <a:gd name="connsiteX4" fmla="*/ 5376592 w 5507360"/>
                <a:gd name="connsiteY4" fmla="*/ 477503 h 1222258"/>
                <a:gd name="connsiteX5" fmla="*/ 5331483 w 5507360"/>
                <a:gd name="connsiteY5" fmla="*/ 581238 h 1222258"/>
                <a:gd name="connsiteX6" fmla="*/ 5284967 w 5507360"/>
                <a:gd name="connsiteY6" fmla="*/ 685061 h 1222258"/>
                <a:gd name="connsiteX7" fmla="*/ 5236951 w 5507360"/>
                <a:gd name="connsiteY7" fmla="*/ 788881 h 1222258"/>
                <a:gd name="connsiteX8" fmla="*/ 5187335 w 5507360"/>
                <a:gd name="connsiteY8" fmla="*/ 892575 h 1222258"/>
                <a:gd name="connsiteX9" fmla="*/ 5136015 w 5507360"/>
                <a:gd name="connsiteY9" fmla="*/ 995964 h 1222258"/>
                <a:gd name="connsiteX10" fmla="*/ 5082895 w 5507360"/>
                <a:gd name="connsiteY10" fmla="*/ 1098770 h 1222258"/>
                <a:gd name="connsiteX11" fmla="*/ 5027880 w 5507360"/>
                <a:gd name="connsiteY11" fmla="*/ 1200497 h 1222258"/>
                <a:gd name="connsiteX12" fmla="*/ 4971438 w 5507360"/>
                <a:gd name="connsiteY12" fmla="*/ 1222258 h 1222258"/>
                <a:gd name="connsiteX13" fmla="*/ 4914945 w 5507360"/>
                <a:gd name="connsiteY13" fmla="*/ 1222258 h 1222258"/>
                <a:gd name="connsiteX14" fmla="*/ 4858451 w 5507360"/>
                <a:gd name="connsiteY14" fmla="*/ 1222258 h 1222258"/>
                <a:gd name="connsiteX15" fmla="*/ 4801958 w 5507360"/>
                <a:gd name="connsiteY15" fmla="*/ 1222258 h 1222258"/>
                <a:gd name="connsiteX16" fmla="*/ 4745465 w 5507360"/>
                <a:gd name="connsiteY16" fmla="*/ 1222258 h 1222258"/>
                <a:gd name="connsiteX17" fmla="*/ 4688971 w 5507360"/>
                <a:gd name="connsiteY17" fmla="*/ 1222258 h 1222258"/>
                <a:gd name="connsiteX18" fmla="*/ 4632477 w 5507360"/>
                <a:gd name="connsiteY18" fmla="*/ 1222258 h 1222258"/>
                <a:gd name="connsiteX19" fmla="*/ 4575984 w 5507360"/>
                <a:gd name="connsiteY19" fmla="*/ 1222258 h 1222258"/>
                <a:gd name="connsiteX20" fmla="*/ 4519490 w 5507360"/>
                <a:gd name="connsiteY20" fmla="*/ 1222258 h 1222258"/>
                <a:gd name="connsiteX21" fmla="*/ 4462996 w 5507360"/>
                <a:gd name="connsiteY21" fmla="*/ 1222258 h 1222258"/>
                <a:gd name="connsiteX22" fmla="*/ 4406503 w 5507360"/>
                <a:gd name="connsiteY22" fmla="*/ 1222258 h 1222258"/>
                <a:gd name="connsiteX23" fmla="*/ 4350009 w 5507360"/>
                <a:gd name="connsiteY23" fmla="*/ 1222258 h 1222258"/>
                <a:gd name="connsiteX24" fmla="*/ 4293515 w 5507360"/>
                <a:gd name="connsiteY24" fmla="*/ 1222258 h 1222258"/>
                <a:gd name="connsiteX25" fmla="*/ 4237022 w 5507360"/>
                <a:gd name="connsiteY25" fmla="*/ 1222258 h 1222258"/>
                <a:gd name="connsiteX26" fmla="*/ 4180528 w 5507360"/>
                <a:gd name="connsiteY26" fmla="*/ 1222258 h 1222258"/>
                <a:gd name="connsiteX27" fmla="*/ 4124034 w 5507360"/>
                <a:gd name="connsiteY27" fmla="*/ 1222258 h 1222258"/>
                <a:gd name="connsiteX28" fmla="*/ 4067541 w 5507360"/>
                <a:gd name="connsiteY28" fmla="*/ 1222258 h 1222258"/>
                <a:gd name="connsiteX29" fmla="*/ 4011047 w 5507360"/>
                <a:gd name="connsiteY29" fmla="*/ 1222258 h 1222258"/>
                <a:gd name="connsiteX30" fmla="*/ 3954553 w 5507360"/>
                <a:gd name="connsiteY30" fmla="*/ 1222258 h 1222258"/>
                <a:gd name="connsiteX31" fmla="*/ 3898060 w 5507360"/>
                <a:gd name="connsiteY31" fmla="*/ 1222258 h 1222258"/>
                <a:gd name="connsiteX32" fmla="*/ 3841566 w 5507360"/>
                <a:gd name="connsiteY32" fmla="*/ 1222258 h 1222258"/>
                <a:gd name="connsiteX33" fmla="*/ 3785073 w 5507360"/>
                <a:gd name="connsiteY33" fmla="*/ 1222258 h 1222258"/>
                <a:gd name="connsiteX34" fmla="*/ 3728579 w 5507360"/>
                <a:gd name="connsiteY34" fmla="*/ 1222258 h 1222258"/>
                <a:gd name="connsiteX35" fmla="*/ 3672085 w 5507360"/>
                <a:gd name="connsiteY35" fmla="*/ 1222258 h 1222258"/>
                <a:gd name="connsiteX36" fmla="*/ 3615592 w 5507360"/>
                <a:gd name="connsiteY36" fmla="*/ 1222258 h 1222258"/>
                <a:gd name="connsiteX37" fmla="*/ 3559098 w 5507360"/>
                <a:gd name="connsiteY37" fmla="*/ 1222258 h 1222258"/>
                <a:gd name="connsiteX38" fmla="*/ 3502605 w 5507360"/>
                <a:gd name="connsiteY38" fmla="*/ 1222258 h 1222258"/>
                <a:gd name="connsiteX39" fmla="*/ 3446111 w 5507360"/>
                <a:gd name="connsiteY39" fmla="*/ 1222258 h 1222258"/>
                <a:gd name="connsiteX40" fmla="*/ 3389617 w 5507360"/>
                <a:gd name="connsiteY40" fmla="*/ 1222258 h 1222258"/>
                <a:gd name="connsiteX41" fmla="*/ 3333124 w 5507360"/>
                <a:gd name="connsiteY41" fmla="*/ 1222258 h 1222258"/>
                <a:gd name="connsiteX42" fmla="*/ 3276630 w 5507360"/>
                <a:gd name="connsiteY42" fmla="*/ 1222258 h 1222258"/>
                <a:gd name="connsiteX43" fmla="*/ 3220136 w 5507360"/>
                <a:gd name="connsiteY43" fmla="*/ 1222258 h 1222258"/>
                <a:gd name="connsiteX44" fmla="*/ 3163643 w 5507360"/>
                <a:gd name="connsiteY44" fmla="*/ 1222258 h 1222258"/>
                <a:gd name="connsiteX45" fmla="*/ 3107149 w 5507360"/>
                <a:gd name="connsiteY45" fmla="*/ 1222258 h 1222258"/>
                <a:gd name="connsiteX46" fmla="*/ 3050655 w 5507360"/>
                <a:gd name="connsiteY46" fmla="*/ 1222258 h 1222258"/>
                <a:gd name="connsiteX47" fmla="*/ 2994162 w 5507360"/>
                <a:gd name="connsiteY47" fmla="*/ 1222258 h 1222258"/>
                <a:gd name="connsiteX48" fmla="*/ 2937668 w 5507360"/>
                <a:gd name="connsiteY48" fmla="*/ 1222258 h 1222258"/>
                <a:gd name="connsiteX49" fmla="*/ 2881175 w 5507360"/>
                <a:gd name="connsiteY49" fmla="*/ 1222258 h 1222258"/>
                <a:gd name="connsiteX50" fmla="*/ 2824681 w 5507360"/>
                <a:gd name="connsiteY50" fmla="*/ 1222258 h 1222258"/>
                <a:gd name="connsiteX51" fmla="*/ 2768188 w 5507360"/>
                <a:gd name="connsiteY51" fmla="*/ 1222258 h 1222258"/>
                <a:gd name="connsiteX52" fmla="*/ 2711694 w 5507360"/>
                <a:gd name="connsiteY52" fmla="*/ 1222258 h 1222258"/>
                <a:gd name="connsiteX53" fmla="*/ 2655200 w 5507360"/>
                <a:gd name="connsiteY53" fmla="*/ 1222258 h 1222258"/>
                <a:gd name="connsiteX54" fmla="*/ 2598707 w 5507360"/>
                <a:gd name="connsiteY54" fmla="*/ 1222258 h 1222258"/>
                <a:gd name="connsiteX55" fmla="*/ 2542213 w 5507360"/>
                <a:gd name="connsiteY55" fmla="*/ 1222258 h 1222258"/>
                <a:gd name="connsiteX56" fmla="*/ 2485719 w 5507360"/>
                <a:gd name="connsiteY56" fmla="*/ 1222258 h 1222258"/>
                <a:gd name="connsiteX57" fmla="*/ 2429226 w 5507360"/>
                <a:gd name="connsiteY57" fmla="*/ 1222258 h 1222258"/>
                <a:gd name="connsiteX58" fmla="*/ 2372732 w 5507360"/>
                <a:gd name="connsiteY58" fmla="*/ 1222258 h 1222258"/>
                <a:gd name="connsiteX59" fmla="*/ 2316238 w 5507360"/>
                <a:gd name="connsiteY59" fmla="*/ 1222258 h 1222258"/>
                <a:gd name="connsiteX60" fmla="*/ 2259745 w 5507360"/>
                <a:gd name="connsiteY60" fmla="*/ 1222258 h 1222258"/>
                <a:gd name="connsiteX61" fmla="*/ 2203251 w 5507360"/>
                <a:gd name="connsiteY61" fmla="*/ 1222258 h 1222258"/>
                <a:gd name="connsiteX62" fmla="*/ 2146758 w 5507360"/>
                <a:gd name="connsiteY62" fmla="*/ 1222258 h 1222258"/>
                <a:gd name="connsiteX63" fmla="*/ 2090264 w 5507360"/>
                <a:gd name="connsiteY63" fmla="*/ 1222258 h 1222258"/>
                <a:gd name="connsiteX64" fmla="*/ 2033770 w 5507360"/>
                <a:gd name="connsiteY64" fmla="*/ 1222258 h 1222258"/>
                <a:gd name="connsiteX65" fmla="*/ 1977277 w 5507360"/>
                <a:gd name="connsiteY65" fmla="*/ 1222258 h 1222258"/>
                <a:gd name="connsiteX66" fmla="*/ 1920783 w 5507360"/>
                <a:gd name="connsiteY66" fmla="*/ 1222258 h 1222258"/>
                <a:gd name="connsiteX67" fmla="*/ 1864290 w 5507360"/>
                <a:gd name="connsiteY67" fmla="*/ 1222258 h 1222258"/>
                <a:gd name="connsiteX68" fmla="*/ 1807796 w 5507360"/>
                <a:gd name="connsiteY68" fmla="*/ 1222258 h 1222258"/>
                <a:gd name="connsiteX69" fmla="*/ 1751302 w 5507360"/>
                <a:gd name="connsiteY69" fmla="*/ 1222258 h 1222258"/>
                <a:gd name="connsiteX70" fmla="*/ 1694809 w 5507360"/>
                <a:gd name="connsiteY70" fmla="*/ 1222258 h 1222258"/>
                <a:gd name="connsiteX71" fmla="*/ 1638315 w 5507360"/>
                <a:gd name="connsiteY71" fmla="*/ 1222258 h 1222258"/>
                <a:gd name="connsiteX72" fmla="*/ 1581821 w 5507360"/>
                <a:gd name="connsiteY72" fmla="*/ 1222258 h 1222258"/>
                <a:gd name="connsiteX73" fmla="*/ 1525328 w 5507360"/>
                <a:gd name="connsiteY73" fmla="*/ 1222258 h 1222258"/>
                <a:gd name="connsiteX74" fmla="*/ 1468834 w 5507360"/>
                <a:gd name="connsiteY74" fmla="*/ 1222258 h 1222258"/>
                <a:gd name="connsiteX75" fmla="*/ 1412340 w 5507360"/>
                <a:gd name="connsiteY75" fmla="*/ 1222258 h 1222258"/>
                <a:gd name="connsiteX76" fmla="*/ 1355847 w 5507360"/>
                <a:gd name="connsiteY76" fmla="*/ 1222258 h 1222258"/>
                <a:gd name="connsiteX77" fmla="*/ 1299353 w 5507360"/>
                <a:gd name="connsiteY77" fmla="*/ 1222258 h 1222258"/>
                <a:gd name="connsiteX78" fmla="*/ 1242860 w 5507360"/>
                <a:gd name="connsiteY78" fmla="*/ 1222258 h 1222258"/>
                <a:gd name="connsiteX79" fmla="*/ 1186366 w 5507360"/>
                <a:gd name="connsiteY79" fmla="*/ 1222258 h 1222258"/>
                <a:gd name="connsiteX80" fmla="*/ 1129872 w 5507360"/>
                <a:gd name="connsiteY80" fmla="*/ 1222258 h 1222258"/>
                <a:gd name="connsiteX81" fmla="*/ 1073379 w 5507360"/>
                <a:gd name="connsiteY81" fmla="*/ 1222258 h 1222258"/>
                <a:gd name="connsiteX82" fmla="*/ 1016885 w 5507360"/>
                <a:gd name="connsiteY82" fmla="*/ 1222258 h 1222258"/>
                <a:gd name="connsiteX83" fmla="*/ 960392 w 5507360"/>
                <a:gd name="connsiteY83" fmla="*/ 1222258 h 1222258"/>
                <a:gd name="connsiteX84" fmla="*/ 903898 w 5507360"/>
                <a:gd name="connsiteY84" fmla="*/ 1222258 h 1222258"/>
                <a:gd name="connsiteX85" fmla="*/ 847404 w 5507360"/>
                <a:gd name="connsiteY85" fmla="*/ 1222258 h 1222258"/>
                <a:gd name="connsiteX86" fmla="*/ 790911 w 5507360"/>
                <a:gd name="connsiteY86" fmla="*/ 1222258 h 1222258"/>
                <a:gd name="connsiteX87" fmla="*/ 734417 w 5507360"/>
                <a:gd name="connsiteY87" fmla="*/ 1222258 h 1222258"/>
                <a:gd name="connsiteX88" fmla="*/ 677923 w 5507360"/>
                <a:gd name="connsiteY88" fmla="*/ 1222258 h 1222258"/>
                <a:gd name="connsiteX89" fmla="*/ 621430 w 5507360"/>
                <a:gd name="connsiteY89" fmla="*/ 1222258 h 1222258"/>
                <a:gd name="connsiteX90" fmla="*/ 564936 w 5507360"/>
                <a:gd name="connsiteY90" fmla="*/ 1222258 h 1222258"/>
                <a:gd name="connsiteX91" fmla="*/ 508443 w 5507360"/>
                <a:gd name="connsiteY91" fmla="*/ 1222258 h 1222258"/>
                <a:gd name="connsiteX92" fmla="*/ 451949 w 5507360"/>
                <a:gd name="connsiteY92" fmla="*/ 1222258 h 1222258"/>
                <a:gd name="connsiteX93" fmla="*/ 395455 w 5507360"/>
                <a:gd name="connsiteY93" fmla="*/ 1222258 h 1222258"/>
                <a:gd name="connsiteX94" fmla="*/ 338962 w 5507360"/>
                <a:gd name="connsiteY94" fmla="*/ 1222258 h 1222258"/>
                <a:gd name="connsiteX95" fmla="*/ 282468 w 5507360"/>
                <a:gd name="connsiteY95" fmla="*/ 1222258 h 1222258"/>
                <a:gd name="connsiteX96" fmla="*/ 225974 w 5507360"/>
                <a:gd name="connsiteY96" fmla="*/ 1222258 h 1222258"/>
                <a:gd name="connsiteX97" fmla="*/ 169481 w 5507360"/>
                <a:gd name="connsiteY97" fmla="*/ 1222258 h 1222258"/>
                <a:gd name="connsiteX98" fmla="*/ 112987 w 5507360"/>
                <a:gd name="connsiteY98" fmla="*/ 1222258 h 1222258"/>
                <a:gd name="connsiteX99" fmla="*/ 56494 w 5507360"/>
                <a:gd name="connsiteY99" fmla="*/ 1222258 h 1222258"/>
                <a:gd name="connsiteX100" fmla="*/ 0 w 5507360"/>
                <a:gd name="connsiteY100" fmla="*/ 1222258 h 1222258"/>
                <a:gd name="connsiteX0" fmla="*/ 5489899 w 5505772"/>
                <a:gd name="connsiteY0" fmla="*/ 0 h 1222258"/>
                <a:gd name="connsiteX1" fmla="*/ 5505772 w 5505772"/>
                <a:gd name="connsiteY1" fmla="*/ 171430 h 1222258"/>
                <a:gd name="connsiteX2" fmla="*/ 5462927 w 5505772"/>
                <a:gd name="connsiteY2" fmla="*/ 270556 h 1222258"/>
                <a:gd name="connsiteX3" fmla="*/ 5420381 w 5505772"/>
                <a:gd name="connsiteY3" fmla="*/ 373925 h 1222258"/>
                <a:gd name="connsiteX4" fmla="*/ 5376592 w 5505772"/>
                <a:gd name="connsiteY4" fmla="*/ 477503 h 1222258"/>
                <a:gd name="connsiteX5" fmla="*/ 5331483 w 5505772"/>
                <a:gd name="connsiteY5" fmla="*/ 581238 h 1222258"/>
                <a:gd name="connsiteX6" fmla="*/ 5284967 w 5505772"/>
                <a:gd name="connsiteY6" fmla="*/ 685061 h 1222258"/>
                <a:gd name="connsiteX7" fmla="*/ 5236951 w 5505772"/>
                <a:gd name="connsiteY7" fmla="*/ 788881 h 1222258"/>
                <a:gd name="connsiteX8" fmla="*/ 5187335 w 5505772"/>
                <a:gd name="connsiteY8" fmla="*/ 892575 h 1222258"/>
                <a:gd name="connsiteX9" fmla="*/ 5136015 w 5505772"/>
                <a:gd name="connsiteY9" fmla="*/ 995964 h 1222258"/>
                <a:gd name="connsiteX10" fmla="*/ 5082895 w 5505772"/>
                <a:gd name="connsiteY10" fmla="*/ 1098770 h 1222258"/>
                <a:gd name="connsiteX11" fmla="*/ 5027880 w 5505772"/>
                <a:gd name="connsiteY11" fmla="*/ 1200497 h 1222258"/>
                <a:gd name="connsiteX12" fmla="*/ 4971438 w 5505772"/>
                <a:gd name="connsiteY12" fmla="*/ 1222258 h 1222258"/>
                <a:gd name="connsiteX13" fmla="*/ 4914945 w 5505772"/>
                <a:gd name="connsiteY13" fmla="*/ 1222258 h 1222258"/>
                <a:gd name="connsiteX14" fmla="*/ 4858451 w 5505772"/>
                <a:gd name="connsiteY14" fmla="*/ 1222258 h 1222258"/>
                <a:gd name="connsiteX15" fmla="*/ 4801958 w 5505772"/>
                <a:gd name="connsiteY15" fmla="*/ 1222258 h 1222258"/>
                <a:gd name="connsiteX16" fmla="*/ 4745465 w 5505772"/>
                <a:gd name="connsiteY16" fmla="*/ 1222258 h 1222258"/>
                <a:gd name="connsiteX17" fmla="*/ 4688971 w 5505772"/>
                <a:gd name="connsiteY17" fmla="*/ 1222258 h 1222258"/>
                <a:gd name="connsiteX18" fmla="*/ 4632477 w 5505772"/>
                <a:gd name="connsiteY18" fmla="*/ 1222258 h 1222258"/>
                <a:gd name="connsiteX19" fmla="*/ 4575984 w 5505772"/>
                <a:gd name="connsiteY19" fmla="*/ 1222258 h 1222258"/>
                <a:gd name="connsiteX20" fmla="*/ 4519490 w 5505772"/>
                <a:gd name="connsiteY20" fmla="*/ 1222258 h 1222258"/>
                <a:gd name="connsiteX21" fmla="*/ 4462996 w 5505772"/>
                <a:gd name="connsiteY21" fmla="*/ 1222258 h 1222258"/>
                <a:gd name="connsiteX22" fmla="*/ 4406503 w 5505772"/>
                <a:gd name="connsiteY22" fmla="*/ 1222258 h 1222258"/>
                <a:gd name="connsiteX23" fmla="*/ 4350009 w 5505772"/>
                <a:gd name="connsiteY23" fmla="*/ 1222258 h 1222258"/>
                <a:gd name="connsiteX24" fmla="*/ 4293515 w 5505772"/>
                <a:gd name="connsiteY24" fmla="*/ 1222258 h 1222258"/>
                <a:gd name="connsiteX25" fmla="*/ 4237022 w 5505772"/>
                <a:gd name="connsiteY25" fmla="*/ 1222258 h 1222258"/>
                <a:gd name="connsiteX26" fmla="*/ 4180528 w 5505772"/>
                <a:gd name="connsiteY26" fmla="*/ 1222258 h 1222258"/>
                <a:gd name="connsiteX27" fmla="*/ 4124034 w 5505772"/>
                <a:gd name="connsiteY27" fmla="*/ 1222258 h 1222258"/>
                <a:gd name="connsiteX28" fmla="*/ 4067541 w 5505772"/>
                <a:gd name="connsiteY28" fmla="*/ 1222258 h 1222258"/>
                <a:gd name="connsiteX29" fmla="*/ 4011047 w 5505772"/>
                <a:gd name="connsiteY29" fmla="*/ 1222258 h 1222258"/>
                <a:gd name="connsiteX30" fmla="*/ 3954553 w 5505772"/>
                <a:gd name="connsiteY30" fmla="*/ 1222258 h 1222258"/>
                <a:gd name="connsiteX31" fmla="*/ 3898060 w 5505772"/>
                <a:gd name="connsiteY31" fmla="*/ 1222258 h 1222258"/>
                <a:gd name="connsiteX32" fmla="*/ 3841566 w 5505772"/>
                <a:gd name="connsiteY32" fmla="*/ 1222258 h 1222258"/>
                <a:gd name="connsiteX33" fmla="*/ 3785073 w 5505772"/>
                <a:gd name="connsiteY33" fmla="*/ 1222258 h 1222258"/>
                <a:gd name="connsiteX34" fmla="*/ 3728579 w 5505772"/>
                <a:gd name="connsiteY34" fmla="*/ 1222258 h 1222258"/>
                <a:gd name="connsiteX35" fmla="*/ 3672085 w 5505772"/>
                <a:gd name="connsiteY35" fmla="*/ 1222258 h 1222258"/>
                <a:gd name="connsiteX36" fmla="*/ 3615592 w 5505772"/>
                <a:gd name="connsiteY36" fmla="*/ 1222258 h 1222258"/>
                <a:gd name="connsiteX37" fmla="*/ 3559098 w 5505772"/>
                <a:gd name="connsiteY37" fmla="*/ 1222258 h 1222258"/>
                <a:gd name="connsiteX38" fmla="*/ 3502605 w 5505772"/>
                <a:gd name="connsiteY38" fmla="*/ 1222258 h 1222258"/>
                <a:gd name="connsiteX39" fmla="*/ 3446111 w 5505772"/>
                <a:gd name="connsiteY39" fmla="*/ 1222258 h 1222258"/>
                <a:gd name="connsiteX40" fmla="*/ 3389617 w 5505772"/>
                <a:gd name="connsiteY40" fmla="*/ 1222258 h 1222258"/>
                <a:gd name="connsiteX41" fmla="*/ 3333124 w 5505772"/>
                <a:gd name="connsiteY41" fmla="*/ 1222258 h 1222258"/>
                <a:gd name="connsiteX42" fmla="*/ 3276630 w 5505772"/>
                <a:gd name="connsiteY42" fmla="*/ 1222258 h 1222258"/>
                <a:gd name="connsiteX43" fmla="*/ 3220136 w 5505772"/>
                <a:gd name="connsiteY43" fmla="*/ 1222258 h 1222258"/>
                <a:gd name="connsiteX44" fmla="*/ 3163643 w 5505772"/>
                <a:gd name="connsiteY44" fmla="*/ 1222258 h 1222258"/>
                <a:gd name="connsiteX45" fmla="*/ 3107149 w 5505772"/>
                <a:gd name="connsiteY45" fmla="*/ 1222258 h 1222258"/>
                <a:gd name="connsiteX46" fmla="*/ 3050655 w 5505772"/>
                <a:gd name="connsiteY46" fmla="*/ 1222258 h 1222258"/>
                <a:gd name="connsiteX47" fmla="*/ 2994162 w 5505772"/>
                <a:gd name="connsiteY47" fmla="*/ 1222258 h 1222258"/>
                <a:gd name="connsiteX48" fmla="*/ 2937668 w 5505772"/>
                <a:gd name="connsiteY48" fmla="*/ 1222258 h 1222258"/>
                <a:gd name="connsiteX49" fmla="*/ 2881175 w 5505772"/>
                <a:gd name="connsiteY49" fmla="*/ 1222258 h 1222258"/>
                <a:gd name="connsiteX50" fmla="*/ 2824681 w 5505772"/>
                <a:gd name="connsiteY50" fmla="*/ 1222258 h 1222258"/>
                <a:gd name="connsiteX51" fmla="*/ 2768188 w 5505772"/>
                <a:gd name="connsiteY51" fmla="*/ 1222258 h 1222258"/>
                <a:gd name="connsiteX52" fmla="*/ 2711694 w 5505772"/>
                <a:gd name="connsiteY52" fmla="*/ 1222258 h 1222258"/>
                <a:gd name="connsiteX53" fmla="*/ 2655200 w 5505772"/>
                <a:gd name="connsiteY53" fmla="*/ 1222258 h 1222258"/>
                <a:gd name="connsiteX54" fmla="*/ 2598707 w 5505772"/>
                <a:gd name="connsiteY54" fmla="*/ 1222258 h 1222258"/>
                <a:gd name="connsiteX55" fmla="*/ 2542213 w 5505772"/>
                <a:gd name="connsiteY55" fmla="*/ 1222258 h 1222258"/>
                <a:gd name="connsiteX56" fmla="*/ 2485719 w 5505772"/>
                <a:gd name="connsiteY56" fmla="*/ 1222258 h 1222258"/>
                <a:gd name="connsiteX57" fmla="*/ 2429226 w 5505772"/>
                <a:gd name="connsiteY57" fmla="*/ 1222258 h 1222258"/>
                <a:gd name="connsiteX58" fmla="*/ 2372732 w 5505772"/>
                <a:gd name="connsiteY58" fmla="*/ 1222258 h 1222258"/>
                <a:gd name="connsiteX59" fmla="*/ 2316238 w 5505772"/>
                <a:gd name="connsiteY59" fmla="*/ 1222258 h 1222258"/>
                <a:gd name="connsiteX60" fmla="*/ 2259745 w 5505772"/>
                <a:gd name="connsiteY60" fmla="*/ 1222258 h 1222258"/>
                <a:gd name="connsiteX61" fmla="*/ 2203251 w 5505772"/>
                <a:gd name="connsiteY61" fmla="*/ 1222258 h 1222258"/>
                <a:gd name="connsiteX62" fmla="*/ 2146758 w 5505772"/>
                <a:gd name="connsiteY62" fmla="*/ 1222258 h 1222258"/>
                <a:gd name="connsiteX63" fmla="*/ 2090264 w 5505772"/>
                <a:gd name="connsiteY63" fmla="*/ 1222258 h 1222258"/>
                <a:gd name="connsiteX64" fmla="*/ 2033770 w 5505772"/>
                <a:gd name="connsiteY64" fmla="*/ 1222258 h 1222258"/>
                <a:gd name="connsiteX65" fmla="*/ 1977277 w 5505772"/>
                <a:gd name="connsiteY65" fmla="*/ 1222258 h 1222258"/>
                <a:gd name="connsiteX66" fmla="*/ 1920783 w 5505772"/>
                <a:gd name="connsiteY66" fmla="*/ 1222258 h 1222258"/>
                <a:gd name="connsiteX67" fmla="*/ 1864290 w 5505772"/>
                <a:gd name="connsiteY67" fmla="*/ 1222258 h 1222258"/>
                <a:gd name="connsiteX68" fmla="*/ 1807796 w 5505772"/>
                <a:gd name="connsiteY68" fmla="*/ 1222258 h 1222258"/>
                <a:gd name="connsiteX69" fmla="*/ 1751302 w 5505772"/>
                <a:gd name="connsiteY69" fmla="*/ 1222258 h 1222258"/>
                <a:gd name="connsiteX70" fmla="*/ 1694809 w 5505772"/>
                <a:gd name="connsiteY70" fmla="*/ 1222258 h 1222258"/>
                <a:gd name="connsiteX71" fmla="*/ 1638315 w 5505772"/>
                <a:gd name="connsiteY71" fmla="*/ 1222258 h 1222258"/>
                <a:gd name="connsiteX72" fmla="*/ 1581821 w 5505772"/>
                <a:gd name="connsiteY72" fmla="*/ 1222258 h 1222258"/>
                <a:gd name="connsiteX73" fmla="*/ 1525328 w 5505772"/>
                <a:gd name="connsiteY73" fmla="*/ 1222258 h 1222258"/>
                <a:gd name="connsiteX74" fmla="*/ 1468834 w 5505772"/>
                <a:gd name="connsiteY74" fmla="*/ 1222258 h 1222258"/>
                <a:gd name="connsiteX75" fmla="*/ 1412340 w 5505772"/>
                <a:gd name="connsiteY75" fmla="*/ 1222258 h 1222258"/>
                <a:gd name="connsiteX76" fmla="*/ 1355847 w 5505772"/>
                <a:gd name="connsiteY76" fmla="*/ 1222258 h 1222258"/>
                <a:gd name="connsiteX77" fmla="*/ 1299353 w 5505772"/>
                <a:gd name="connsiteY77" fmla="*/ 1222258 h 1222258"/>
                <a:gd name="connsiteX78" fmla="*/ 1242860 w 5505772"/>
                <a:gd name="connsiteY78" fmla="*/ 1222258 h 1222258"/>
                <a:gd name="connsiteX79" fmla="*/ 1186366 w 5505772"/>
                <a:gd name="connsiteY79" fmla="*/ 1222258 h 1222258"/>
                <a:gd name="connsiteX80" fmla="*/ 1129872 w 5505772"/>
                <a:gd name="connsiteY80" fmla="*/ 1222258 h 1222258"/>
                <a:gd name="connsiteX81" fmla="*/ 1073379 w 5505772"/>
                <a:gd name="connsiteY81" fmla="*/ 1222258 h 1222258"/>
                <a:gd name="connsiteX82" fmla="*/ 1016885 w 5505772"/>
                <a:gd name="connsiteY82" fmla="*/ 1222258 h 1222258"/>
                <a:gd name="connsiteX83" fmla="*/ 960392 w 5505772"/>
                <a:gd name="connsiteY83" fmla="*/ 1222258 h 1222258"/>
                <a:gd name="connsiteX84" fmla="*/ 903898 w 5505772"/>
                <a:gd name="connsiteY84" fmla="*/ 1222258 h 1222258"/>
                <a:gd name="connsiteX85" fmla="*/ 847404 w 5505772"/>
                <a:gd name="connsiteY85" fmla="*/ 1222258 h 1222258"/>
                <a:gd name="connsiteX86" fmla="*/ 790911 w 5505772"/>
                <a:gd name="connsiteY86" fmla="*/ 1222258 h 1222258"/>
                <a:gd name="connsiteX87" fmla="*/ 734417 w 5505772"/>
                <a:gd name="connsiteY87" fmla="*/ 1222258 h 1222258"/>
                <a:gd name="connsiteX88" fmla="*/ 677923 w 5505772"/>
                <a:gd name="connsiteY88" fmla="*/ 1222258 h 1222258"/>
                <a:gd name="connsiteX89" fmla="*/ 621430 w 5505772"/>
                <a:gd name="connsiteY89" fmla="*/ 1222258 h 1222258"/>
                <a:gd name="connsiteX90" fmla="*/ 564936 w 5505772"/>
                <a:gd name="connsiteY90" fmla="*/ 1222258 h 1222258"/>
                <a:gd name="connsiteX91" fmla="*/ 508443 w 5505772"/>
                <a:gd name="connsiteY91" fmla="*/ 1222258 h 1222258"/>
                <a:gd name="connsiteX92" fmla="*/ 451949 w 5505772"/>
                <a:gd name="connsiteY92" fmla="*/ 1222258 h 1222258"/>
                <a:gd name="connsiteX93" fmla="*/ 395455 w 5505772"/>
                <a:gd name="connsiteY93" fmla="*/ 1222258 h 1222258"/>
                <a:gd name="connsiteX94" fmla="*/ 338962 w 5505772"/>
                <a:gd name="connsiteY94" fmla="*/ 1222258 h 1222258"/>
                <a:gd name="connsiteX95" fmla="*/ 282468 w 5505772"/>
                <a:gd name="connsiteY95" fmla="*/ 1222258 h 1222258"/>
                <a:gd name="connsiteX96" fmla="*/ 225974 w 5505772"/>
                <a:gd name="connsiteY96" fmla="*/ 1222258 h 1222258"/>
                <a:gd name="connsiteX97" fmla="*/ 169481 w 5505772"/>
                <a:gd name="connsiteY97" fmla="*/ 1222258 h 1222258"/>
                <a:gd name="connsiteX98" fmla="*/ 112987 w 5505772"/>
                <a:gd name="connsiteY98" fmla="*/ 1222258 h 1222258"/>
                <a:gd name="connsiteX99" fmla="*/ 56494 w 5505772"/>
                <a:gd name="connsiteY99" fmla="*/ 1222258 h 1222258"/>
                <a:gd name="connsiteX100" fmla="*/ 0 w 5505772"/>
                <a:gd name="connsiteY100" fmla="*/ 1222258 h 1222258"/>
                <a:gd name="connsiteX0" fmla="*/ 5489899 w 5504184"/>
                <a:gd name="connsiteY0" fmla="*/ 0 h 1222258"/>
                <a:gd name="connsiteX1" fmla="*/ 5504184 w 5504184"/>
                <a:gd name="connsiteY1" fmla="*/ 169843 h 1222258"/>
                <a:gd name="connsiteX2" fmla="*/ 5462927 w 5504184"/>
                <a:gd name="connsiteY2" fmla="*/ 270556 h 1222258"/>
                <a:gd name="connsiteX3" fmla="*/ 5420381 w 5504184"/>
                <a:gd name="connsiteY3" fmla="*/ 373925 h 1222258"/>
                <a:gd name="connsiteX4" fmla="*/ 5376592 w 5504184"/>
                <a:gd name="connsiteY4" fmla="*/ 477503 h 1222258"/>
                <a:gd name="connsiteX5" fmla="*/ 5331483 w 5504184"/>
                <a:gd name="connsiteY5" fmla="*/ 581238 h 1222258"/>
                <a:gd name="connsiteX6" fmla="*/ 5284967 w 5504184"/>
                <a:gd name="connsiteY6" fmla="*/ 685061 h 1222258"/>
                <a:gd name="connsiteX7" fmla="*/ 5236951 w 5504184"/>
                <a:gd name="connsiteY7" fmla="*/ 788881 h 1222258"/>
                <a:gd name="connsiteX8" fmla="*/ 5187335 w 5504184"/>
                <a:gd name="connsiteY8" fmla="*/ 892575 h 1222258"/>
                <a:gd name="connsiteX9" fmla="*/ 5136015 w 5504184"/>
                <a:gd name="connsiteY9" fmla="*/ 995964 h 1222258"/>
                <a:gd name="connsiteX10" fmla="*/ 5082895 w 5504184"/>
                <a:gd name="connsiteY10" fmla="*/ 1098770 h 1222258"/>
                <a:gd name="connsiteX11" fmla="*/ 5027880 w 5504184"/>
                <a:gd name="connsiteY11" fmla="*/ 1200497 h 1222258"/>
                <a:gd name="connsiteX12" fmla="*/ 4971438 w 5504184"/>
                <a:gd name="connsiteY12" fmla="*/ 1222258 h 1222258"/>
                <a:gd name="connsiteX13" fmla="*/ 4914945 w 5504184"/>
                <a:gd name="connsiteY13" fmla="*/ 1222258 h 1222258"/>
                <a:gd name="connsiteX14" fmla="*/ 4858451 w 5504184"/>
                <a:gd name="connsiteY14" fmla="*/ 1222258 h 1222258"/>
                <a:gd name="connsiteX15" fmla="*/ 4801958 w 5504184"/>
                <a:gd name="connsiteY15" fmla="*/ 1222258 h 1222258"/>
                <a:gd name="connsiteX16" fmla="*/ 4745465 w 5504184"/>
                <a:gd name="connsiteY16" fmla="*/ 1222258 h 1222258"/>
                <a:gd name="connsiteX17" fmla="*/ 4688971 w 5504184"/>
                <a:gd name="connsiteY17" fmla="*/ 1222258 h 1222258"/>
                <a:gd name="connsiteX18" fmla="*/ 4632477 w 5504184"/>
                <a:gd name="connsiteY18" fmla="*/ 1222258 h 1222258"/>
                <a:gd name="connsiteX19" fmla="*/ 4575984 w 5504184"/>
                <a:gd name="connsiteY19" fmla="*/ 1222258 h 1222258"/>
                <a:gd name="connsiteX20" fmla="*/ 4519490 w 5504184"/>
                <a:gd name="connsiteY20" fmla="*/ 1222258 h 1222258"/>
                <a:gd name="connsiteX21" fmla="*/ 4462996 w 5504184"/>
                <a:gd name="connsiteY21" fmla="*/ 1222258 h 1222258"/>
                <a:gd name="connsiteX22" fmla="*/ 4406503 w 5504184"/>
                <a:gd name="connsiteY22" fmla="*/ 1222258 h 1222258"/>
                <a:gd name="connsiteX23" fmla="*/ 4350009 w 5504184"/>
                <a:gd name="connsiteY23" fmla="*/ 1222258 h 1222258"/>
                <a:gd name="connsiteX24" fmla="*/ 4293515 w 5504184"/>
                <a:gd name="connsiteY24" fmla="*/ 1222258 h 1222258"/>
                <a:gd name="connsiteX25" fmla="*/ 4237022 w 5504184"/>
                <a:gd name="connsiteY25" fmla="*/ 1222258 h 1222258"/>
                <a:gd name="connsiteX26" fmla="*/ 4180528 w 5504184"/>
                <a:gd name="connsiteY26" fmla="*/ 1222258 h 1222258"/>
                <a:gd name="connsiteX27" fmla="*/ 4124034 w 5504184"/>
                <a:gd name="connsiteY27" fmla="*/ 1222258 h 1222258"/>
                <a:gd name="connsiteX28" fmla="*/ 4067541 w 5504184"/>
                <a:gd name="connsiteY28" fmla="*/ 1222258 h 1222258"/>
                <a:gd name="connsiteX29" fmla="*/ 4011047 w 5504184"/>
                <a:gd name="connsiteY29" fmla="*/ 1222258 h 1222258"/>
                <a:gd name="connsiteX30" fmla="*/ 3954553 w 5504184"/>
                <a:gd name="connsiteY30" fmla="*/ 1222258 h 1222258"/>
                <a:gd name="connsiteX31" fmla="*/ 3898060 w 5504184"/>
                <a:gd name="connsiteY31" fmla="*/ 1222258 h 1222258"/>
                <a:gd name="connsiteX32" fmla="*/ 3841566 w 5504184"/>
                <a:gd name="connsiteY32" fmla="*/ 1222258 h 1222258"/>
                <a:gd name="connsiteX33" fmla="*/ 3785073 w 5504184"/>
                <a:gd name="connsiteY33" fmla="*/ 1222258 h 1222258"/>
                <a:gd name="connsiteX34" fmla="*/ 3728579 w 5504184"/>
                <a:gd name="connsiteY34" fmla="*/ 1222258 h 1222258"/>
                <a:gd name="connsiteX35" fmla="*/ 3672085 w 5504184"/>
                <a:gd name="connsiteY35" fmla="*/ 1222258 h 1222258"/>
                <a:gd name="connsiteX36" fmla="*/ 3615592 w 5504184"/>
                <a:gd name="connsiteY36" fmla="*/ 1222258 h 1222258"/>
                <a:gd name="connsiteX37" fmla="*/ 3559098 w 5504184"/>
                <a:gd name="connsiteY37" fmla="*/ 1222258 h 1222258"/>
                <a:gd name="connsiteX38" fmla="*/ 3502605 w 5504184"/>
                <a:gd name="connsiteY38" fmla="*/ 1222258 h 1222258"/>
                <a:gd name="connsiteX39" fmla="*/ 3446111 w 5504184"/>
                <a:gd name="connsiteY39" fmla="*/ 1222258 h 1222258"/>
                <a:gd name="connsiteX40" fmla="*/ 3389617 w 5504184"/>
                <a:gd name="connsiteY40" fmla="*/ 1222258 h 1222258"/>
                <a:gd name="connsiteX41" fmla="*/ 3333124 w 5504184"/>
                <a:gd name="connsiteY41" fmla="*/ 1222258 h 1222258"/>
                <a:gd name="connsiteX42" fmla="*/ 3276630 w 5504184"/>
                <a:gd name="connsiteY42" fmla="*/ 1222258 h 1222258"/>
                <a:gd name="connsiteX43" fmla="*/ 3220136 w 5504184"/>
                <a:gd name="connsiteY43" fmla="*/ 1222258 h 1222258"/>
                <a:gd name="connsiteX44" fmla="*/ 3163643 w 5504184"/>
                <a:gd name="connsiteY44" fmla="*/ 1222258 h 1222258"/>
                <a:gd name="connsiteX45" fmla="*/ 3107149 w 5504184"/>
                <a:gd name="connsiteY45" fmla="*/ 1222258 h 1222258"/>
                <a:gd name="connsiteX46" fmla="*/ 3050655 w 5504184"/>
                <a:gd name="connsiteY46" fmla="*/ 1222258 h 1222258"/>
                <a:gd name="connsiteX47" fmla="*/ 2994162 w 5504184"/>
                <a:gd name="connsiteY47" fmla="*/ 1222258 h 1222258"/>
                <a:gd name="connsiteX48" fmla="*/ 2937668 w 5504184"/>
                <a:gd name="connsiteY48" fmla="*/ 1222258 h 1222258"/>
                <a:gd name="connsiteX49" fmla="*/ 2881175 w 5504184"/>
                <a:gd name="connsiteY49" fmla="*/ 1222258 h 1222258"/>
                <a:gd name="connsiteX50" fmla="*/ 2824681 w 5504184"/>
                <a:gd name="connsiteY50" fmla="*/ 1222258 h 1222258"/>
                <a:gd name="connsiteX51" fmla="*/ 2768188 w 5504184"/>
                <a:gd name="connsiteY51" fmla="*/ 1222258 h 1222258"/>
                <a:gd name="connsiteX52" fmla="*/ 2711694 w 5504184"/>
                <a:gd name="connsiteY52" fmla="*/ 1222258 h 1222258"/>
                <a:gd name="connsiteX53" fmla="*/ 2655200 w 5504184"/>
                <a:gd name="connsiteY53" fmla="*/ 1222258 h 1222258"/>
                <a:gd name="connsiteX54" fmla="*/ 2598707 w 5504184"/>
                <a:gd name="connsiteY54" fmla="*/ 1222258 h 1222258"/>
                <a:gd name="connsiteX55" fmla="*/ 2542213 w 5504184"/>
                <a:gd name="connsiteY55" fmla="*/ 1222258 h 1222258"/>
                <a:gd name="connsiteX56" fmla="*/ 2485719 w 5504184"/>
                <a:gd name="connsiteY56" fmla="*/ 1222258 h 1222258"/>
                <a:gd name="connsiteX57" fmla="*/ 2429226 w 5504184"/>
                <a:gd name="connsiteY57" fmla="*/ 1222258 h 1222258"/>
                <a:gd name="connsiteX58" fmla="*/ 2372732 w 5504184"/>
                <a:gd name="connsiteY58" fmla="*/ 1222258 h 1222258"/>
                <a:gd name="connsiteX59" fmla="*/ 2316238 w 5504184"/>
                <a:gd name="connsiteY59" fmla="*/ 1222258 h 1222258"/>
                <a:gd name="connsiteX60" fmla="*/ 2259745 w 5504184"/>
                <a:gd name="connsiteY60" fmla="*/ 1222258 h 1222258"/>
                <a:gd name="connsiteX61" fmla="*/ 2203251 w 5504184"/>
                <a:gd name="connsiteY61" fmla="*/ 1222258 h 1222258"/>
                <a:gd name="connsiteX62" fmla="*/ 2146758 w 5504184"/>
                <a:gd name="connsiteY62" fmla="*/ 1222258 h 1222258"/>
                <a:gd name="connsiteX63" fmla="*/ 2090264 w 5504184"/>
                <a:gd name="connsiteY63" fmla="*/ 1222258 h 1222258"/>
                <a:gd name="connsiteX64" fmla="*/ 2033770 w 5504184"/>
                <a:gd name="connsiteY64" fmla="*/ 1222258 h 1222258"/>
                <a:gd name="connsiteX65" fmla="*/ 1977277 w 5504184"/>
                <a:gd name="connsiteY65" fmla="*/ 1222258 h 1222258"/>
                <a:gd name="connsiteX66" fmla="*/ 1920783 w 5504184"/>
                <a:gd name="connsiteY66" fmla="*/ 1222258 h 1222258"/>
                <a:gd name="connsiteX67" fmla="*/ 1864290 w 5504184"/>
                <a:gd name="connsiteY67" fmla="*/ 1222258 h 1222258"/>
                <a:gd name="connsiteX68" fmla="*/ 1807796 w 5504184"/>
                <a:gd name="connsiteY68" fmla="*/ 1222258 h 1222258"/>
                <a:gd name="connsiteX69" fmla="*/ 1751302 w 5504184"/>
                <a:gd name="connsiteY69" fmla="*/ 1222258 h 1222258"/>
                <a:gd name="connsiteX70" fmla="*/ 1694809 w 5504184"/>
                <a:gd name="connsiteY70" fmla="*/ 1222258 h 1222258"/>
                <a:gd name="connsiteX71" fmla="*/ 1638315 w 5504184"/>
                <a:gd name="connsiteY71" fmla="*/ 1222258 h 1222258"/>
                <a:gd name="connsiteX72" fmla="*/ 1581821 w 5504184"/>
                <a:gd name="connsiteY72" fmla="*/ 1222258 h 1222258"/>
                <a:gd name="connsiteX73" fmla="*/ 1525328 w 5504184"/>
                <a:gd name="connsiteY73" fmla="*/ 1222258 h 1222258"/>
                <a:gd name="connsiteX74" fmla="*/ 1468834 w 5504184"/>
                <a:gd name="connsiteY74" fmla="*/ 1222258 h 1222258"/>
                <a:gd name="connsiteX75" fmla="*/ 1412340 w 5504184"/>
                <a:gd name="connsiteY75" fmla="*/ 1222258 h 1222258"/>
                <a:gd name="connsiteX76" fmla="*/ 1355847 w 5504184"/>
                <a:gd name="connsiteY76" fmla="*/ 1222258 h 1222258"/>
                <a:gd name="connsiteX77" fmla="*/ 1299353 w 5504184"/>
                <a:gd name="connsiteY77" fmla="*/ 1222258 h 1222258"/>
                <a:gd name="connsiteX78" fmla="*/ 1242860 w 5504184"/>
                <a:gd name="connsiteY78" fmla="*/ 1222258 h 1222258"/>
                <a:gd name="connsiteX79" fmla="*/ 1186366 w 5504184"/>
                <a:gd name="connsiteY79" fmla="*/ 1222258 h 1222258"/>
                <a:gd name="connsiteX80" fmla="*/ 1129872 w 5504184"/>
                <a:gd name="connsiteY80" fmla="*/ 1222258 h 1222258"/>
                <a:gd name="connsiteX81" fmla="*/ 1073379 w 5504184"/>
                <a:gd name="connsiteY81" fmla="*/ 1222258 h 1222258"/>
                <a:gd name="connsiteX82" fmla="*/ 1016885 w 5504184"/>
                <a:gd name="connsiteY82" fmla="*/ 1222258 h 1222258"/>
                <a:gd name="connsiteX83" fmla="*/ 960392 w 5504184"/>
                <a:gd name="connsiteY83" fmla="*/ 1222258 h 1222258"/>
                <a:gd name="connsiteX84" fmla="*/ 903898 w 5504184"/>
                <a:gd name="connsiteY84" fmla="*/ 1222258 h 1222258"/>
                <a:gd name="connsiteX85" fmla="*/ 847404 w 5504184"/>
                <a:gd name="connsiteY85" fmla="*/ 1222258 h 1222258"/>
                <a:gd name="connsiteX86" fmla="*/ 790911 w 5504184"/>
                <a:gd name="connsiteY86" fmla="*/ 1222258 h 1222258"/>
                <a:gd name="connsiteX87" fmla="*/ 734417 w 5504184"/>
                <a:gd name="connsiteY87" fmla="*/ 1222258 h 1222258"/>
                <a:gd name="connsiteX88" fmla="*/ 677923 w 5504184"/>
                <a:gd name="connsiteY88" fmla="*/ 1222258 h 1222258"/>
                <a:gd name="connsiteX89" fmla="*/ 621430 w 5504184"/>
                <a:gd name="connsiteY89" fmla="*/ 1222258 h 1222258"/>
                <a:gd name="connsiteX90" fmla="*/ 564936 w 5504184"/>
                <a:gd name="connsiteY90" fmla="*/ 1222258 h 1222258"/>
                <a:gd name="connsiteX91" fmla="*/ 508443 w 5504184"/>
                <a:gd name="connsiteY91" fmla="*/ 1222258 h 1222258"/>
                <a:gd name="connsiteX92" fmla="*/ 451949 w 5504184"/>
                <a:gd name="connsiteY92" fmla="*/ 1222258 h 1222258"/>
                <a:gd name="connsiteX93" fmla="*/ 395455 w 5504184"/>
                <a:gd name="connsiteY93" fmla="*/ 1222258 h 1222258"/>
                <a:gd name="connsiteX94" fmla="*/ 338962 w 5504184"/>
                <a:gd name="connsiteY94" fmla="*/ 1222258 h 1222258"/>
                <a:gd name="connsiteX95" fmla="*/ 282468 w 5504184"/>
                <a:gd name="connsiteY95" fmla="*/ 1222258 h 1222258"/>
                <a:gd name="connsiteX96" fmla="*/ 225974 w 5504184"/>
                <a:gd name="connsiteY96" fmla="*/ 1222258 h 1222258"/>
                <a:gd name="connsiteX97" fmla="*/ 169481 w 5504184"/>
                <a:gd name="connsiteY97" fmla="*/ 1222258 h 1222258"/>
                <a:gd name="connsiteX98" fmla="*/ 112987 w 5504184"/>
                <a:gd name="connsiteY98" fmla="*/ 1222258 h 1222258"/>
                <a:gd name="connsiteX99" fmla="*/ 56494 w 5504184"/>
                <a:gd name="connsiteY99" fmla="*/ 1222258 h 1222258"/>
                <a:gd name="connsiteX100" fmla="*/ 0 w 5504184"/>
                <a:gd name="connsiteY100" fmla="*/ 1222258 h 1222258"/>
                <a:gd name="connsiteX0" fmla="*/ 5520059 w 5520059"/>
                <a:gd name="connsiteY0" fmla="*/ 0 h 1934967"/>
                <a:gd name="connsiteX1" fmla="*/ 5504184 w 5520059"/>
                <a:gd name="connsiteY1" fmla="*/ 882552 h 1934967"/>
                <a:gd name="connsiteX2" fmla="*/ 5462927 w 5520059"/>
                <a:gd name="connsiteY2" fmla="*/ 983265 h 1934967"/>
                <a:gd name="connsiteX3" fmla="*/ 5420381 w 5520059"/>
                <a:gd name="connsiteY3" fmla="*/ 1086634 h 1934967"/>
                <a:gd name="connsiteX4" fmla="*/ 5376592 w 5520059"/>
                <a:gd name="connsiteY4" fmla="*/ 1190212 h 1934967"/>
                <a:gd name="connsiteX5" fmla="*/ 5331483 w 5520059"/>
                <a:gd name="connsiteY5" fmla="*/ 1293947 h 1934967"/>
                <a:gd name="connsiteX6" fmla="*/ 5284967 w 5520059"/>
                <a:gd name="connsiteY6" fmla="*/ 1397770 h 1934967"/>
                <a:gd name="connsiteX7" fmla="*/ 5236951 w 5520059"/>
                <a:gd name="connsiteY7" fmla="*/ 1501590 h 1934967"/>
                <a:gd name="connsiteX8" fmla="*/ 5187335 w 5520059"/>
                <a:gd name="connsiteY8" fmla="*/ 1605284 h 1934967"/>
                <a:gd name="connsiteX9" fmla="*/ 5136015 w 5520059"/>
                <a:gd name="connsiteY9" fmla="*/ 1708673 h 1934967"/>
                <a:gd name="connsiteX10" fmla="*/ 5082895 w 5520059"/>
                <a:gd name="connsiteY10" fmla="*/ 1811479 h 1934967"/>
                <a:gd name="connsiteX11" fmla="*/ 5027880 w 5520059"/>
                <a:gd name="connsiteY11" fmla="*/ 1913206 h 1934967"/>
                <a:gd name="connsiteX12" fmla="*/ 4971438 w 5520059"/>
                <a:gd name="connsiteY12" fmla="*/ 1934967 h 1934967"/>
                <a:gd name="connsiteX13" fmla="*/ 4914945 w 5520059"/>
                <a:gd name="connsiteY13" fmla="*/ 1934967 h 1934967"/>
                <a:gd name="connsiteX14" fmla="*/ 4858451 w 5520059"/>
                <a:gd name="connsiteY14" fmla="*/ 1934967 h 1934967"/>
                <a:gd name="connsiteX15" fmla="*/ 4801958 w 5520059"/>
                <a:gd name="connsiteY15" fmla="*/ 1934967 h 1934967"/>
                <a:gd name="connsiteX16" fmla="*/ 4745465 w 5520059"/>
                <a:gd name="connsiteY16" fmla="*/ 1934967 h 1934967"/>
                <a:gd name="connsiteX17" fmla="*/ 4688971 w 5520059"/>
                <a:gd name="connsiteY17" fmla="*/ 1934967 h 1934967"/>
                <a:gd name="connsiteX18" fmla="*/ 4632477 w 5520059"/>
                <a:gd name="connsiteY18" fmla="*/ 1934967 h 1934967"/>
                <a:gd name="connsiteX19" fmla="*/ 4575984 w 5520059"/>
                <a:gd name="connsiteY19" fmla="*/ 1934967 h 1934967"/>
                <a:gd name="connsiteX20" fmla="*/ 4519490 w 5520059"/>
                <a:gd name="connsiteY20" fmla="*/ 1934967 h 1934967"/>
                <a:gd name="connsiteX21" fmla="*/ 4462996 w 5520059"/>
                <a:gd name="connsiteY21" fmla="*/ 1934967 h 1934967"/>
                <a:gd name="connsiteX22" fmla="*/ 4406503 w 5520059"/>
                <a:gd name="connsiteY22" fmla="*/ 1934967 h 1934967"/>
                <a:gd name="connsiteX23" fmla="*/ 4350009 w 5520059"/>
                <a:gd name="connsiteY23" fmla="*/ 1934967 h 1934967"/>
                <a:gd name="connsiteX24" fmla="*/ 4293515 w 5520059"/>
                <a:gd name="connsiteY24" fmla="*/ 1934967 h 1934967"/>
                <a:gd name="connsiteX25" fmla="*/ 4237022 w 5520059"/>
                <a:gd name="connsiteY25" fmla="*/ 1934967 h 1934967"/>
                <a:gd name="connsiteX26" fmla="*/ 4180528 w 5520059"/>
                <a:gd name="connsiteY26" fmla="*/ 1934967 h 1934967"/>
                <a:gd name="connsiteX27" fmla="*/ 4124034 w 5520059"/>
                <a:gd name="connsiteY27" fmla="*/ 1934967 h 1934967"/>
                <a:gd name="connsiteX28" fmla="*/ 4067541 w 5520059"/>
                <a:gd name="connsiteY28" fmla="*/ 1934967 h 1934967"/>
                <a:gd name="connsiteX29" fmla="*/ 4011047 w 5520059"/>
                <a:gd name="connsiteY29" fmla="*/ 1934967 h 1934967"/>
                <a:gd name="connsiteX30" fmla="*/ 3954553 w 5520059"/>
                <a:gd name="connsiteY30" fmla="*/ 1934967 h 1934967"/>
                <a:gd name="connsiteX31" fmla="*/ 3898060 w 5520059"/>
                <a:gd name="connsiteY31" fmla="*/ 1934967 h 1934967"/>
                <a:gd name="connsiteX32" fmla="*/ 3841566 w 5520059"/>
                <a:gd name="connsiteY32" fmla="*/ 1934967 h 1934967"/>
                <a:gd name="connsiteX33" fmla="*/ 3785073 w 5520059"/>
                <a:gd name="connsiteY33" fmla="*/ 1934967 h 1934967"/>
                <a:gd name="connsiteX34" fmla="*/ 3728579 w 5520059"/>
                <a:gd name="connsiteY34" fmla="*/ 1934967 h 1934967"/>
                <a:gd name="connsiteX35" fmla="*/ 3672085 w 5520059"/>
                <a:gd name="connsiteY35" fmla="*/ 1934967 h 1934967"/>
                <a:gd name="connsiteX36" fmla="*/ 3615592 w 5520059"/>
                <a:gd name="connsiteY36" fmla="*/ 1934967 h 1934967"/>
                <a:gd name="connsiteX37" fmla="*/ 3559098 w 5520059"/>
                <a:gd name="connsiteY37" fmla="*/ 1934967 h 1934967"/>
                <a:gd name="connsiteX38" fmla="*/ 3502605 w 5520059"/>
                <a:gd name="connsiteY38" fmla="*/ 1934967 h 1934967"/>
                <a:gd name="connsiteX39" fmla="*/ 3446111 w 5520059"/>
                <a:gd name="connsiteY39" fmla="*/ 1934967 h 1934967"/>
                <a:gd name="connsiteX40" fmla="*/ 3389617 w 5520059"/>
                <a:gd name="connsiteY40" fmla="*/ 1934967 h 1934967"/>
                <a:gd name="connsiteX41" fmla="*/ 3333124 w 5520059"/>
                <a:gd name="connsiteY41" fmla="*/ 1934967 h 1934967"/>
                <a:gd name="connsiteX42" fmla="*/ 3276630 w 5520059"/>
                <a:gd name="connsiteY42" fmla="*/ 1934967 h 1934967"/>
                <a:gd name="connsiteX43" fmla="*/ 3220136 w 5520059"/>
                <a:gd name="connsiteY43" fmla="*/ 1934967 h 1934967"/>
                <a:gd name="connsiteX44" fmla="*/ 3163643 w 5520059"/>
                <a:gd name="connsiteY44" fmla="*/ 1934967 h 1934967"/>
                <a:gd name="connsiteX45" fmla="*/ 3107149 w 5520059"/>
                <a:gd name="connsiteY45" fmla="*/ 1934967 h 1934967"/>
                <a:gd name="connsiteX46" fmla="*/ 3050655 w 5520059"/>
                <a:gd name="connsiteY46" fmla="*/ 1934967 h 1934967"/>
                <a:gd name="connsiteX47" fmla="*/ 2994162 w 5520059"/>
                <a:gd name="connsiteY47" fmla="*/ 1934967 h 1934967"/>
                <a:gd name="connsiteX48" fmla="*/ 2937668 w 5520059"/>
                <a:gd name="connsiteY48" fmla="*/ 1934967 h 1934967"/>
                <a:gd name="connsiteX49" fmla="*/ 2881175 w 5520059"/>
                <a:gd name="connsiteY49" fmla="*/ 1934967 h 1934967"/>
                <a:gd name="connsiteX50" fmla="*/ 2824681 w 5520059"/>
                <a:gd name="connsiteY50" fmla="*/ 1934967 h 1934967"/>
                <a:gd name="connsiteX51" fmla="*/ 2768188 w 5520059"/>
                <a:gd name="connsiteY51" fmla="*/ 1934967 h 1934967"/>
                <a:gd name="connsiteX52" fmla="*/ 2711694 w 5520059"/>
                <a:gd name="connsiteY52" fmla="*/ 1934967 h 1934967"/>
                <a:gd name="connsiteX53" fmla="*/ 2655200 w 5520059"/>
                <a:gd name="connsiteY53" fmla="*/ 1934967 h 1934967"/>
                <a:gd name="connsiteX54" fmla="*/ 2598707 w 5520059"/>
                <a:gd name="connsiteY54" fmla="*/ 1934967 h 1934967"/>
                <a:gd name="connsiteX55" fmla="*/ 2542213 w 5520059"/>
                <a:gd name="connsiteY55" fmla="*/ 1934967 h 1934967"/>
                <a:gd name="connsiteX56" fmla="*/ 2485719 w 5520059"/>
                <a:gd name="connsiteY56" fmla="*/ 1934967 h 1934967"/>
                <a:gd name="connsiteX57" fmla="*/ 2429226 w 5520059"/>
                <a:gd name="connsiteY57" fmla="*/ 1934967 h 1934967"/>
                <a:gd name="connsiteX58" fmla="*/ 2372732 w 5520059"/>
                <a:gd name="connsiteY58" fmla="*/ 1934967 h 1934967"/>
                <a:gd name="connsiteX59" fmla="*/ 2316238 w 5520059"/>
                <a:gd name="connsiteY59" fmla="*/ 1934967 h 1934967"/>
                <a:gd name="connsiteX60" fmla="*/ 2259745 w 5520059"/>
                <a:gd name="connsiteY60" fmla="*/ 1934967 h 1934967"/>
                <a:gd name="connsiteX61" fmla="*/ 2203251 w 5520059"/>
                <a:gd name="connsiteY61" fmla="*/ 1934967 h 1934967"/>
                <a:gd name="connsiteX62" fmla="*/ 2146758 w 5520059"/>
                <a:gd name="connsiteY62" fmla="*/ 1934967 h 1934967"/>
                <a:gd name="connsiteX63" fmla="*/ 2090264 w 5520059"/>
                <a:gd name="connsiteY63" fmla="*/ 1934967 h 1934967"/>
                <a:gd name="connsiteX64" fmla="*/ 2033770 w 5520059"/>
                <a:gd name="connsiteY64" fmla="*/ 1934967 h 1934967"/>
                <a:gd name="connsiteX65" fmla="*/ 1977277 w 5520059"/>
                <a:gd name="connsiteY65" fmla="*/ 1934967 h 1934967"/>
                <a:gd name="connsiteX66" fmla="*/ 1920783 w 5520059"/>
                <a:gd name="connsiteY66" fmla="*/ 1934967 h 1934967"/>
                <a:gd name="connsiteX67" fmla="*/ 1864290 w 5520059"/>
                <a:gd name="connsiteY67" fmla="*/ 1934967 h 1934967"/>
                <a:gd name="connsiteX68" fmla="*/ 1807796 w 5520059"/>
                <a:gd name="connsiteY68" fmla="*/ 1934967 h 1934967"/>
                <a:gd name="connsiteX69" fmla="*/ 1751302 w 5520059"/>
                <a:gd name="connsiteY69" fmla="*/ 1934967 h 1934967"/>
                <a:gd name="connsiteX70" fmla="*/ 1694809 w 5520059"/>
                <a:gd name="connsiteY70" fmla="*/ 1934967 h 1934967"/>
                <a:gd name="connsiteX71" fmla="*/ 1638315 w 5520059"/>
                <a:gd name="connsiteY71" fmla="*/ 1934967 h 1934967"/>
                <a:gd name="connsiteX72" fmla="*/ 1581821 w 5520059"/>
                <a:gd name="connsiteY72" fmla="*/ 1934967 h 1934967"/>
                <a:gd name="connsiteX73" fmla="*/ 1525328 w 5520059"/>
                <a:gd name="connsiteY73" fmla="*/ 1934967 h 1934967"/>
                <a:gd name="connsiteX74" fmla="*/ 1468834 w 5520059"/>
                <a:gd name="connsiteY74" fmla="*/ 1934967 h 1934967"/>
                <a:gd name="connsiteX75" fmla="*/ 1412340 w 5520059"/>
                <a:gd name="connsiteY75" fmla="*/ 1934967 h 1934967"/>
                <a:gd name="connsiteX76" fmla="*/ 1355847 w 5520059"/>
                <a:gd name="connsiteY76" fmla="*/ 1934967 h 1934967"/>
                <a:gd name="connsiteX77" fmla="*/ 1299353 w 5520059"/>
                <a:gd name="connsiteY77" fmla="*/ 1934967 h 1934967"/>
                <a:gd name="connsiteX78" fmla="*/ 1242860 w 5520059"/>
                <a:gd name="connsiteY78" fmla="*/ 1934967 h 1934967"/>
                <a:gd name="connsiteX79" fmla="*/ 1186366 w 5520059"/>
                <a:gd name="connsiteY79" fmla="*/ 1934967 h 1934967"/>
                <a:gd name="connsiteX80" fmla="*/ 1129872 w 5520059"/>
                <a:gd name="connsiteY80" fmla="*/ 1934967 h 1934967"/>
                <a:gd name="connsiteX81" fmla="*/ 1073379 w 5520059"/>
                <a:gd name="connsiteY81" fmla="*/ 1934967 h 1934967"/>
                <a:gd name="connsiteX82" fmla="*/ 1016885 w 5520059"/>
                <a:gd name="connsiteY82" fmla="*/ 1934967 h 1934967"/>
                <a:gd name="connsiteX83" fmla="*/ 960392 w 5520059"/>
                <a:gd name="connsiteY83" fmla="*/ 1934967 h 1934967"/>
                <a:gd name="connsiteX84" fmla="*/ 903898 w 5520059"/>
                <a:gd name="connsiteY84" fmla="*/ 1934967 h 1934967"/>
                <a:gd name="connsiteX85" fmla="*/ 847404 w 5520059"/>
                <a:gd name="connsiteY85" fmla="*/ 1934967 h 1934967"/>
                <a:gd name="connsiteX86" fmla="*/ 790911 w 5520059"/>
                <a:gd name="connsiteY86" fmla="*/ 1934967 h 1934967"/>
                <a:gd name="connsiteX87" fmla="*/ 734417 w 5520059"/>
                <a:gd name="connsiteY87" fmla="*/ 1934967 h 1934967"/>
                <a:gd name="connsiteX88" fmla="*/ 677923 w 5520059"/>
                <a:gd name="connsiteY88" fmla="*/ 1934967 h 1934967"/>
                <a:gd name="connsiteX89" fmla="*/ 621430 w 5520059"/>
                <a:gd name="connsiteY89" fmla="*/ 1934967 h 1934967"/>
                <a:gd name="connsiteX90" fmla="*/ 564936 w 5520059"/>
                <a:gd name="connsiteY90" fmla="*/ 1934967 h 1934967"/>
                <a:gd name="connsiteX91" fmla="*/ 508443 w 5520059"/>
                <a:gd name="connsiteY91" fmla="*/ 1934967 h 1934967"/>
                <a:gd name="connsiteX92" fmla="*/ 451949 w 5520059"/>
                <a:gd name="connsiteY92" fmla="*/ 1934967 h 1934967"/>
                <a:gd name="connsiteX93" fmla="*/ 395455 w 5520059"/>
                <a:gd name="connsiteY93" fmla="*/ 1934967 h 1934967"/>
                <a:gd name="connsiteX94" fmla="*/ 338962 w 5520059"/>
                <a:gd name="connsiteY94" fmla="*/ 1934967 h 1934967"/>
                <a:gd name="connsiteX95" fmla="*/ 282468 w 5520059"/>
                <a:gd name="connsiteY95" fmla="*/ 1934967 h 1934967"/>
                <a:gd name="connsiteX96" fmla="*/ 225974 w 5520059"/>
                <a:gd name="connsiteY96" fmla="*/ 1934967 h 1934967"/>
                <a:gd name="connsiteX97" fmla="*/ 169481 w 5520059"/>
                <a:gd name="connsiteY97" fmla="*/ 1934967 h 1934967"/>
                <a:gd name="connsiteX98" fmla="*/ 112987 w 5520059"/>
                <a:gd name="connsiteY98" fmla="*/ 1934967 h 1934967"/>
                <a:gd name="connsiteX99" fmla="*/ 56494 w 5520059"/>
                <a:gd name="connsiteY99" fmla="*/ 1934967 h 1934967"/>
                <a:gd name="connsiteX100" fmla="*/ 0 w 5520059"/>
                <a:gd name="connsiteY100" fmla="*/ 1934967 h 1934967"/>
                <a:gd name="connsiteX0" fmla="*/ 5431169 w 5504184"/>
                <a:gd name="connsiteY0" fmla="*/ 0 h 2612756"/>
                <a:gd name="connsiteX1" fmla="*/ 5504184 w 5504184"/>
                <a:gd name="connsiteY1" fmla="*/ 1560341 h 2612756"/>
                <a:gd name="connsiteX2" fmla="*/ 5462927 w 5504184"/>
                <a:gd name="connsiteY2" fmla="*/ 1661054 h 2612756"/>
                <a:gd name="connsiteX3" fmla="*/ 5420381 w 5504184"/>
                <a:gd name="connsiteY3" fmla="*/ 1764423 h 2612756"/>
                <a:gd name="connsiteX4" fmla="*/ 5376592 w 5504184"/>
                <a:gd name="connsiteY4" fmla="*/ 1868001 h 2612756"/>
                <a:gd name="connsiteX5" fmla="*/ 5331483 w 5504184"/>
                <a:gd name="connsiteY5" fmla="*/ 1971736 h 2612756"/>
                <a:gd name="connsiteX6" fmla="*/ 5284967 w 5504184"/>
                <a:gd name="connsiteY6" fmla="*/ 2075559 h 2612756"/>
                <a:gd name="connsiteX7" fmla="*/ 5236951 w 5504184"/>
                <a:gd name="connsiteY7" fmla="*/ 2179379 h 2612756"/>
                <a:gd name="connsiteX8" fmla="*/ 5187335 w 5504184"/>
                <a:gd name="connsiteY8" fmla="*/ 2283073 h 2612756"/>
                <a:gd name="connsiteX9" fmla="*/ 5136015 w 5504184"/>
                <a:gd name="connsiteY9" fmla="*/ 2386462 h 2612756"/>
                <a:gd name="connsiteX10" fmla="*/ 5082895 w 5504184"/>
                <a:gd name="connsiteY10" fmla="*/ 2489268 h 2612756"/>
                <a:gd name="connsiteX11" fmla="*/ 5027880 w 5504184"/>
                <a:gd name="connsiteY11" fmla="*/ 2590995 h 2612756"/>
                <a:gd name="connsiteX12" fmla="*/ 4971438 w 5504184"/>
                <a:gd name="connsiteY12" fmla="*/ 2612756 h 2612756"/>
                <a:gd name="connsiteX13" fmla="*/ 4914945 w 5504184"/>
                <a:gd name="connsiteY13" fmla="*/ 2612756 h 2612756"/>
                <a:gd name="connsiteX14" fmla="*/ 4858451 w 5504184"/>
                <a:gd name="connsiteY14" fmla="*/ 2612756 h 2612756"/>
                <a:gd name="connsiteX15" fmla="*/ 4801958 w 5504184"/>
                <a:gd name="connsiteY15" fmla="*/ 2612756 h 2612756"/>
                <a:gd name="connsiteX16" fmla="*/ 4745465 w 5504184"/>
                <a:gd name="connsiteY16" fmla="*/ 2612756 h 2612756"/>
                <a:gd name="connsiteX17" fmla="*/ 4688971 w 5504184"/>
                <a:gd name="connsiteY17" fmla="*/ 2612756 h 2612756"/>
                <a:gd name="connsiteX18" fmla="*/ 4632477 w 5504184"/>
                <a:gd name="connsiteY18" fmla="*/ 2612756 h 2612756"/>
                <a:gd name="connsiteX19" fmla="*/ 4575984 w 5504184"/>
                <a:gd name="connsiteY19" fmla="*/ 2612756 h 2612756"/>
                <a:gd name="connsiteX20" fmla="*/ 4519490 w 5504184"/>
                <a:gd name="connsiteY20" fmla="*/ 2612756 h 2612756"/>
                <a:gd name="connsiteX21" fmla="*/ 4462996 w 5504184"/>
                <a:gd name="connsiteY21" fmla="*/ 2612756 h 2612756"/>
                <a:gd name="connsiteX22" fmla="*/ 4406503 w 5504184"/>
                <a:gd name="connsiteY22" fmla="*/ 2612756 h 2612756"/>
                <a:gd name="connsiteX23" fmla="*/ 4350009 w 5504184"/>
                <a:gd name="connsiteY23" fmla="*/ 2612756 h 2612756"/>
                <a:gd name="connsiteX24" fmla="*/ 4293515 w 5504184"/>
                <a:gd name="connsiteY24" fmla="*/ 2612756 h 2612756"/>
                <a:gd name="connsiteX25" fmla="*/ 4237022 w 5504184"/>
                <a:gd name="connsiteY25" fmla="*/ 2612756 h 2612756"/>
                <a:gd name="connsiteX26" fmla="*/ 4180528 w 5504184"/>
                <a:gd name="connsiteY26" fmla="*/ 2612756 h 2612756"/>
                <a:gd name="connsiteX27" fmla="*/ 4124034 w 5504184"/>
                <a:gd name="connsiteY27" fmla="*/ 2612756 h 2612756"/>
                <a:gd name="connsiteX28" fmla="*/ 4067541 w 5504184"/>
                <a:gd name="connsiteY28" fmla="*/ 2612756 h 2612756"/>
                <a:gd name="connsiteX29" fmla="*/ 4011047 w 5504184"/>
                <a:gd name="connsiteY29" fmla="*/ 2612756 h 2612756"/>
                <a:gd name="connsiteX30" fmla="*/ 3954553 w 5504184"/>
                <a:gd name="connsiteY30" fmla="*/ 2612756 h 2612756"/>
                <a:gd name="connsiteX31" fmla="*/ 3898060 w 5504184"/>
                <a:gd name="connsiteY31" fmla="*/ 2612756 h 2612756"/>
                <a:gd name="connsiteX32" fmla="*/ 3841566 w 5504184"/>
                <a:gd name="connsiteY32" fmla="*/ 2612756 h 2612756"/>
                <a:gd name="connsiteX33" fmla="*/ 3785073 w 5504184"/>
                <a:gd name="connsiteY33" fmla="*/ 2612756 h 2612756"/>
                <a:gd name="connsiteX34" fmla="*/ 3728579 w 5504184"/>
                <a:gd name="connsiteY34" fmla="*/ 2612756 h 2612756"/>
                <a:gd name="connsiteX35" fmla="*/ 3672085 w 5504184"/>
                <a:gd name="connsiteY35" fmla="*/ 2612756 h 2612756"/>
                <a:gd name="connsiteX36" fmla="*/ 3615592 w 5504184"/>
                <a:gd name="connsiteY36" fmla="*/ 2612756 h 2612756"/>
                <a:gd name="connsiteX37" fmla="*/ 3559098 w 5504184"/>
                <a:gd name="connsiteY37" fmla="*/ 2612756 h 2612756"/>
                <a:gd name="connsiteX38" fmla="*/ 3502605 w 5504184"/>
                <a:gd name="connsiteY38" fmla="*/ 2612756 h 2612756"/>
                <a:gd name="connsiteX39" fmla="*/ 3446111 w 5504184"/>
                <a:gd name="connsiteY39" fmla="*/ 2612756 h 2612756"/>
                <a:gd name="connsiteX40" fmla="*/ 3389617 w 5504184"/>
                <a:gd name="connsiteY40" fmla="*/ 2612756 h 2612756"/>
                <a:gd name="connsiteX41" fmla="*/ 3333124 w 5504184"/>
                <a:gd name="connsiteY41" fmla="*/ 2612756 h 2612756"/>
                <a:gd name="connsiteX42" fmla="*/ 3276630 w 5504184"/>
                <a:gd name="connsiteY42" fmla="*/ 2612756 h 2612756"/>
                <a:gd name="connsiteX43" fmla="*/ 3220136 w 5504184"/>
                <a:gd name="connsiteY43" fmla="*/ 2612756 h 2612756"/>
                <a:gd name="connsiteX44" fmla="*/ 3163643 w 5504184"/>
                <a:gd name="connsiteY44" fmla="*/ 2612756 h 2612756"/>
                <a:gd name="connsiteX45" fmla="*/ 3107149 w 5504184"/>
                <a:gd name="connsiteY45" fmla="*/ 2612756 h 2612756"/>
                <a:gd name="connsiteX46" fmla="*/ 3050655 w 5504184"/>
                <a:gd name="connsiteY46" fmla="*/ 2612756 h 2612756"/>
                <a:gd name="connsiteX47" fmla="*/ 2994162 w 5504184"/>
                <a:gd name="connsiteY47" fmla="*/ 2612756 h 2612756"/>
                <a:gd name="connsiteX48" fmla="*/ 2937668 w 5504184"/>
                <a:gd name="connsiteY48" fmla="*/ 2612756 h 2612756"/>
                <a:gd name="connsiteX49" fmla="*/ 2881175 w 5504184"/>
                <a:gd name="connsiteY49" fmla="*/ 2612756 h 2612756"/>
                <a:gd name="connsiteX50" fmla="*/ 2824681 w 5504184"/>
                <a:gd name="connsiteY50" fmla="*/ 2612756 h 2612756"/>
                <a:gd name="connsiteX51" fmla="*/ 2768188 w 5504184"/>
                <a:gd name="connsiteY51" fmla="*/ 2612756 h 2612756"/>
                <a:gd name="connsiteX52" fmla="*/ 2711694 w 5504184"/>
                <a:gd name="connsiteY52" fmla="*/ 2612756 h 2612756"/>
                <a:gd name="connsiteX53" fmla="*/ 2655200 w 5504184"/>
                <a:gd name="connsiteY53" fmla="*/ 2612756 h 2612756"/>
                <a:gd name="connsiteX54" fmla="*/ 2598707 w 5504184"/>
                <a:gd name="connsiteY54" fmla="*/ 2612756 h 2612756"/>
                <a:gd name="connsiteX55" fmla="*/ 2542213 w 5504184"/>
                <a:gd name="connsiteY55" fmla="*/ 2612756 h 2612756"/>
                <a:gd name="connsiteX56" fmla="*/ 2485719 w 5504184"/>
                <a:gd name="connsiteY56" fmla="*/ 2612756 h 2612756"/>
                <a:gd name="connsiteX57" fmla="*/ 2429226 w 5504184"/>
                <a:gd name="connsiteY57" fmla="*/ 2612756 h 2612756"/>
                <a:gd name="connsiteX58" fmla="*/ 2372732 w 5504184"/>
                <a:gd name="connsiteY58" fmla="*/ 2612756 h 2612756"/>
                <a:gd name="connsiteX59" fmla="*/ 2316238 w 5504184"/>
                <a:gd name="connsiteY59" fmla="*/ 2612756 h 2612756"/>
                <a:gd name="connsiteX60" fmla="*/ 2259745 w 5504184"/>
                <a:gd name="connsiteY60" fmla="*/ 2612756 h 2612756"/>
                <a:gd name="connsiteX61" fmla="*/ 2203251 w 5504184"/>
                <a:gd name="connsiteY61" fmla="*/ 2612756 h 2612756"/>
                <a:gd name="connsiteX62" fmla="*/ 2146758 w 5504184"/>
                <a:gd name="connsiteY62" fmla="*/ 2612756 h 2612756"/>
                <a:gd name="connsiteX63" fmla="*/ 2090264 w 5504184"/>
                <a:gd name="connsiteY63" fmla="*/ 2612756 h 2612756"/>
                <a:gd name="connsiteX64" fmla="*/ 2033770 w 5504184"/>
                <a:gd name="connsiteY64" fmla="*/ 2612756 h 2612756"/>
                <a:gd name="connsiteX65" fmla="*/ 1977277 w 5504184"/>
                <a:gd name="connsiteY65" fmla="*/ 2612756 h 2612756"/>
                <a:gd name="connsiteX66" fmla="*/ 1920783 w 5504184"/>
                <a:gd name="connsiteY66" fmla="*/ 2612756 h 2612756"/>
                <a:gd name="connsiteX67" fmla="*/ 1864290 w 5504184"/>
                <a:gd name="connsiteY67" fmla="*/ 2612756 h 2612756"/>
                <a:gd name="connsiteX68" fmla="*/ 1807796 w 5504184"/>
                <a:gd name="connsiteY68" fmla="*/ 2612756 h 2612756"/>
                <a:gd name="connsiteX69" fmla="*/ 1751302 w 5504184"/>
                <a:gd name="connsiteY69" fmla="*/ 2612756 h 2612756"/>
                <a:gd name="connsiteX70" fmla="*/ 1694809 w 5504184"/>
                <a:gd name="connsiteY70" fmla="*/ 2612756 h 2612756"/>
                <a:gd name="connsiteX71" fmla="*/ 1638315 w 5504184"/>
                <a:gd name="connsiteY71" fmla="*/ 2612756 h 2612756"/>
                <a:gd name="connsiteX72" fmla="*/ 1581821 w 5504184"/>
                <a:gd name="connsiteY72" fmla="*/ 2612756 h 2612756"/>
                <a:gd name="connsiteX73" fmla="*/ 1525328 w 5504184"/>
                <a:gd name="connsiteY73" fmla="*/ 2612756 h 2612756"/>
                <a:gd name="connsiteX74" fmla="*/ 1468834 w 5504184"/>
                <a:gd name="connsiteY74" fmla="*/ 2612756 h 2612756"/>
                <a:gd name="connsiteX75" fmla="*/ 1412340 w 5504184"/>
                <a:gd name="connsiteY75" fmla="*/ 2612756 h 2612756"/>
                <a:gd name="connsiteX76" fmla="*/ 1355847 w 5504184"/>
                <a:gd name="connsiteY76" fmla="*/ 2612756 h 2612756"/>
                <a:gd name="connsiteX77" fmla="*/ 1299353 w 5504184"/>
                <a:gd name="connsiteY77" fmla="*/ 2612756 h 2612756"/>
                <a:gd name="connsiteX78" fmla="*/ 1242860 w 5504184"/>
                <a:gd name="connsiteY78" fmla="*/ 2612756 h 2612756"/>
                <a:gd name="connsiteX79" fmla="*/ 1186366 w 5504184"/>
                <a:gd name="connsiteY79" fmla="*/ 2612756 h 2612756"/>
                <a:gd name="connsiteX80" fmla="*/ 1129872 w 5504184"/>
                <a:gd name="connsiteY80" fmla="*/ 2612756 h 2612756"/>
                <a:gd name="connsiteX81" fmla="*/ 1073379 w 5504184"/>
                <a:gd name="connsiteY81" fmla="*/ 2612756 h 2612756"/>
                <a:gd name="connsiteX82" fmla="*/ 1016885 w 5504184"/>
                <a:gd name="connsiteY82" fmla="*/ 2612756 h 2612756"/>
                <a:gd name="connsiteX83" fmla="*/ 960392 w 5504184"/>
                <a:gd name="connsiteY83" fmla="*/ 2612756 h 2612756"/>
                <a:gd name="connsiteX84" fmla="*/ 903898 w 5504184"/>
                <a:gd name="connsiteY84" fmla="*/ 2612756 h 2612756"/>
                <a:gd name="connsiteX85" fmla="*/ 847404 w 5504184"/>
                <a:gd name="connsiteY85" fmla="*/ 2612756 h 2612756"/>
                <a:gd name="connsiteX86" fmla="*/ 790911 w 5504184"/>
                <a:gd name="connsiteY86" fmla="*/ 2612756 h 2612756"/>
                <a:gd name="connsiteX87" fmla="*/ 734417 w 5504184"/>
                <a:gd name="connsiteY87" fmla="*/ 2612756 h 2612756"/>
                <a:gd name="connsiteX88" fmla="*/ 677923 w 5504184"/>
                <a:gd name="connsiteY88" fmla="*/ 2612756 h 2612756"/>
                <a:gd name="connsiteX89" fmla="*/ 621430 w 5504184"/>
                <a:gd name="connsiteY89" fmla="*/ 2612756 h 2612756"/>
                <a:gd name="connsiteX90" fmla="*/ 564936 w 5504184"/>
                <a:gd name="connsiteY90" fmla="*/ 2612756 h 2612756"/>
                <a:gd name="connsiteX91" fmla="*/ 508443 w 5504184"/>
                <a:gd name="connsiteY91" fmla="*/ 2612756 h 2612756"/>
                <a:gd name="connsiteX92" fmla="*/ 451949 w 5504184"/>
                <a:gd name="connsiteY92" fmla="*/ 2612756 h 2612756"/>
                <a:gd name="connsiteX93" fmla="*/ 395455 w 5504184"/>
                <a:gd name="connsiteY93" fmla="*/ 2612756 h 2612756"/>
                <a:gd name="connsiteX94" fmla="*/ 338962 w 5504184"/>
                <a:gd name="connsiteY94" fmla="*/ 2612756 h 2612756"/>
                <a:gd name="connsiteX95" fmla="*/ 282468 w 5504184"/>
                <a:gd name="connsiteY95" fmla="*/ 2612756 h 2612756"/>
                <a:gd name="connsiteX96" fmla="*/ 225974 w 5504184"/>
                <a:gd name="connsiteY96" fmla="*/ 2612756 h 2612756"/>
                <a:gd name="connsiteX97" fmla="*/ 169481 w 5504184"/>
                <a:gd name="connsiteY97" fmla="*/ 2612756 h 2612756"/>
                <a:gd name="connsiteX98" fmla="*/ 112987 w 5504184"/>
                <a:gd name="connsiteY98" fmla="*/ 2612756 h 2612756"/>
                <a:gd name="connsiteX99" fmla="*/ 56494 w 5504184"/>
                <a:gd name="connsiteY99" fmla="*/ 2612756 h 2612756"/>
                <a:gd name="connsiteX100" fmla="*/ 0 w 5504184"/>
                <a:gd name="connsiteY100" fmla="*/ 2612756 h 2612756"/>
                <a:gd name="connsiteX0" fmla="*/ 5439106 w 5504184"/>
                <a:gd name="connsiteY0" fmla="*/ 0 h 3785790"/>
                <a:gd name="connsiteX1" fmla="*/ 5504184 w 5504184"/>
                <a:gd name="connsiteY1" fmla="*/ 2733375 h 3785790"/>
                <a:gd name="connsiteX2" fmla="*/ 5462927 w 5504184"/>
                <a:gd name="connsiteY2" fmla="*/ 2834088 h 3785790"/>
                <a:gd name="connsiteX3" fmla="*/ 5420381 w 5504184"/>
                <a:gd name="connsiteY3" fmla="*/ 2937457 h 3785790"/>
                <a:gd name="connsiteX4" fmla="*/ 5376592 w 5504184"/>
                <a:gd name="connsiteY4" fmla="*/ 3041035 h 3785790"/>
                <a:gd name="connsiteX5" fmla="*/ 5331483 w 5504184"/>
                <a:gd name="connsiteY5" fmla="*/ 3144770 h 3785790"/>
                <a:gd name="connsiteX6" fmla="*/ 5284967 w 5504184"/>
                <a:gd name="connsiteY6" fmla="*/ 3248593 h 3785790"/>
                <a:gd name="connsiteX7" fmla="*/ 5236951 w 5504184"/>
                <a:gd name="connsiteY7" fmla="*/ 3352413 h 3785790"/>
                <a:gd name="connsiteX8" fmla="*/ 5187335 w 5504184"/>
                <a:gd name="connsiteY8" fmla="*/ 3456107 h 3785790"/>
                <a:gd name="connsiteX9" fmla="*/ 5136015 w 5504184"/>
                <a:gd name="connsiteY9" fmla="*/ 3559496 h 3785790"/>
                <a:gd name="connsiteX10" fmla="*/ 5082895 w 5504184"/>
                <a:gd name="connsiteY10" fmla="*/ 3662302 h 3785790"/>
                <a:gd name="connsiteX11" fmla="*/ 5027880 w 5504184"/>
                <a:gd name="connsiteY11" fmla="*/ 3764029 h 3785790"/>
                <a:gd name="connsiteX12" fmla="*/ 4971438 w 5504184"/>
                <a:gd name="connsiteY12" fmla="*/ 3785790 h 3785790"/>
                <a:gd name="connsiteX13" fmla="*/ 4914945 w 5504184"/>
                <a:gd name="connsiteY13" fmla="*/ 3785790 h 3785790"/>
                <a:gd name="connsiteX14" fmla="*/ 4858451 w 5504184"/>
                <a:gd name="connsiteY14" fmla="*/ 3785790 h 3785790"/>
                <a:gd name="connsiteX15" fmla="*/ 4801958 w 5504184"/>
                <a:gd name="connsiteY15" fmla="*/ 3785790 h 3785790"/>
                <a:gd name="connsiteX16" fmla="*/ 4745465 w 5504184"/>
                <a:gd name="connsiteY16" fmla="*/ 3785790 h 3785790"/>
                <a:gd name="connsiteX17" fmla="*/ 4688971 w 5504184"/>
                <a:gd name="connsiteY17" fmla="*/ 3785790 h 3785790"/>
                <a:gd name="connsiteX18" fmla="*/ 4632477 w 5504184"/>
                <a:gd name="connsiteY18" fmla="*/ 3785790 h 3785790"/>
                <a:gd name="connsiteX19" fmla="*/ 4575984 w 5504184"/>
                <a:gd name="connsiteY19" fmla="*/ 3785790 h 3785790"/>
                <a:gd name="connsiteX20" fmla="*/ 4519490 w 5504184"/>
                <a:gd name="connsiteY20" fmla="*/ 3785790 h 3785790"/>
                <a:gd name="connsiteX21" fmla="*/ 4462996 w 5504184"/>
                <a:gd name="connsiteY21" fmla="*/ 3785790 h 3785790"/>
                <a:gd name="connsiteX22" fmla="*/ 4406503 w 5504184"/>
                <a:gd name="connsiteY22" fmla="*/ 3785790 h 3785790"/>
                <a:gd name="connsiteX23" fmla="*/ 4350009 w 5504184"/>
                <a:gd name="connsiteY23" fmla="*/ 3785790 h 3785790"/>
                <a:gd name="connsiteX24" fmla="*/ 4293515 w 5504184"/>
                <a:gd name="connsiteY24" fmla="*/ 3785790 h 3785790"/>
                <a:gd name="connsiteX25" fmla="*/ 4237022 w 5504184"/>
                <a:gd name="connsiteY25" fmla="*/ 3785790 h 3785790"/>
                <a:gd name="connsiteX26" fmla="*/ 4180528 w 5504184"/>
                <a:gd name="connsiteY26" fmla="*/ 3785790 h 3785790"/>
                <a:gd name="connsiteX27" fmla="*/ 4124034 w 5504184"/>
                <a:gd name="connsiteY27" fmla="*/ 3785790 h 3785790"/>
                <a:gd name="connsiteX28" fmla="*/ 4067541 w 5504184"/>
                <a:gd name="connsiteY28" fmla="*/ 3785790 h 3785790"/>
                <a:gd name="connsiteX29" fmla="*/ 4011047 w 5504184"/>
                <a:gd name="connsiteY29" fmla="*/ 3785790 h 3785790"/>
                <a:gd name="connsiteX30" fmla="*/ 3954553 w 5504184"/>
                <a:gd name="connsiteY30" fmla="*/ 3785790 h 3785790"/>
                <a:gd name="connsiteX31" fmla="*/ 3898060 w 5504184"/>
                <a:gd name="connsiteY31" fmla="*/ 3785790 h 3785790"/>
                <a:gd name="connsiteX32" fmla="*/ 3841566 w 5504184"/>
                <a:gd name="connsiteY32" fmla="*/ 3785790 h 3785790"/>
                <a:gd name="connsiteX33" fmla="*/ 3785073 w 5504184"/>
                <a:gd name="connsiteY33" fmla="*/ 3785790 h 3785790"/>
                <a:gd name="connsiteX34" fmla="*/ 3728579 w 5504184"/>
                <a:gd name="connsiteY34" fmla="*/ 3785790 h 3785790"/>
                <a:gd name="connsiteX35" fmla="*/ 3672085 w 5504184"/>
                <a:gd name="connsiteY35" fmla="*/ 3785790 h 3785790"/>
                <a:gd name="connsiteX36" fmla="*/ 3615592 w 5504184"/>
                <a:gd name="connsiteY36" fmla="*/ 3785790 h 3785790"/>
                <a:gd name="connsiteX37" fmla="*/ 3559098 w 5504184"/>
                <a:gd name="connsiteY37" fmla="*/ 3785790 h 3785790"/>
                <a:gd name="connsiteX38" fmla="*/ 3502605 w 5504184"/>
                <a:gd name="connsiteY38" fmla="*/ 3785790 h 3785790"/>
                <a:gd name="connsiteX39" fmla="*/ 3446111 w 5504184"/>
                <a:gd name="connsiteY39" fmla="*/ 3785790 h 3785790"/>
                <a:gd name="connsiteX40" fmla="*/ 3389617 w 5504184"/>
                <a:gd name="connsiteY40" fmla="*/ 3785790 h 3785790"/>
                <a:gd name="connsiteX41" fmla="*/ 3333124 w 5504184"/>
                <a:gd name="connsiteY41" fmla="*/ 3785790 h 3785790"/>
                <a:gd name="connsiteX42" fmla="*/ 3276630 w 5504184"/>
                <a:gd name="connsiteY42" fmla="*/ 3785790 h 3785790"/>
                <a:gd name="connsiteX43" fmla="*/ 3220136 w 5504184"/>
                <a:gd name="connsiteY43" fmla="*/ 3785790 h 3785790"/>
                <a:gd name="connsiteX44" fmla="*/ 3163643 w 5504184"/>
                <a:gd name="connsiteY44" fmla="*/ 3785790 h 3785790"/>
                <a:gd name="connsiteX45" fmla="*/ 3107149 w 5504184"/>
                <a:gd name="connsiteY45" fmla="*/ 3785790 h 3785790"/>
                <a:gd name="connsiteX46" fmla="*/ 3050655 w 5504184"/>
                <a:gd name="connsiteY46" fmla="*/ 3785790 h 3785790"/>
                <a:gd name="connsiteX47" fmla="*/ 2994162 w 5504184"/>
                <a:gd name="connsiteY47" fmla="*/ 3785790 h 3785790"/>
                <a:gd name="connsiteX48" fmla="*/ 2937668 w 5504184"/>
                <a:gd name="connsiteY48" fmla="*/ 3785790 h 3785790"/>
                <a:gd name="connsiteX49" fmla="*/ 2881175 w 5504184"/>
                <a:gd name="connsiteY49" fmla="*/ 3785790 h 3785790"/>
                <a:gd name="connsiteX50" fmla="*/ 2824681 w 5504184"/>
                <a:gd name="connsiteY50" fmla="*/ 3785790 h 3785790"/>
                <a:gd name="connsiteX51" fmla="*/ 2768188 w 5504184"/>
                <a:gd name="connsiteY51" fmla="*/ 3785790 h 3785790"/>
                <a:gd name="connsiteX52" fmla="*/ 2711694 w 5504184"/>
                <a:gd name="connsiteY52" fmla="*/ 3785790 h 3785790"/>
                <a:gd name="connsiteX53" fmla="*/ 2655200 w 5504184"/>
                <a:gd name="connsiteY53" fmla="*/ 3785790 h 3785790"/>
                <a:gd name="connsiteX54" fmla="*/ 2598707 w 5504184"/>
                <a:gd name="connsiteY54" fmla="*/ 3785790 h 3785790"/>
                <a:gd name="connsiteX55" fmla="*/ 2542213 w 5504184"/>
                <a:gd name="connsiteY55" fmla="*/ 3785790 h 3785790"/>
                <a:gd name="connsiteX56" fmla="*/ 2485719 w 5504184"/>
                <a:gd name="connsiteY56" fmla="*/ 3785790 h 3785790"/>
                <a:gd name="connsiteX57" fmla="*/ 2429226 w 5504184"/>
                <a:gd name="connsiteY57" fmla="*/ 3785790 h 3785790"/>
                <a:gd name="connsiteX58" fmla="*/ 2372732 w 5504184"/>
                <a:gd name="connsiteY58" fmla="*/ 3785790 h 3785790"/>
                <a:gd name="connsiteX59" fmla="*/ 2316238 w 5504184"/>
                <a:gd name="connsiteY59" fmla="*/ 3785790 h 3785790"/>
                <a:gd name="connsiteX60" fmla="*/ 2259745 w 5504184"/>
                <a:gd name="connsiteY60" fmla="*/ 3785790 h 3785790"/>
                <a:gd name="connsiteX61" fmla="*/ 2203251 w 5504184"/>
                <a:gd name="connsiteY61" fmla="*/ 3785790 h 3785790"/>
                <a:gd name="connsiteX62" fmla="*/ 2146758 w 5504184"/>
                <a:gd name="connsiteY62" fmla="*/ 3785790 h 3785790"/>
                <a:gd name="connsiteX63" fmla="*/ 2090264 w 5504184"/>
                <a:gd name="connsiteY63" fmla="*/ 3785790 h 3785790"/>
                <a:gd name="connsiteX64" fmla="*/ 2033770 w 5504184"/>
                <a:gd name="connsiteY64" fmla="*/ 3785790 h 3785790"/>
                <a:gd name="connsiteX65" fmla="*/ 1977277 w 5504184"/>
                <a:gd name="connsiteY65" fmla="*/ 3785790 h 3785790"/>
                <a:gd name="connsiteX66" fmla="*/ 1920783 w 5504184"/>
                <a:gd name="connsiteY66" fmla="*/ 3785790 h 3785790"/>
                <a:gd name="connsiteX67" fmla="*/ 1864290 w 5504184"/>
                <a:gd name="connsiteY67" fmla="*/ 3785790 h 3785790"/>
                <a:gd name="connsiteX68" fmla="*/ 1807796 w 5504184"/>
                <a:gd name="connsiteY68" fmla="*/ 3785790 h 3785790"/>
                <a:gd name="connsiteX69" fmla="*/ 1751302 w 5504184"/>
                <a:gd name="connsiteY69" fmla="*/ 3785790 h 3785790"/>
                <a:gd name="connsiteX70" fmla="*/ 1694809 w 5504184"/>
                <a:gd name="connsiteY70" fmla="*/ 3785790 h 3785790"/>
                <a:gd name="connsiteX71" fmla="*/ 1638315 w 5504184"/>
                <a:gd name="connsiteY71" fmla="*/ 3785790 h 3785790"/>
                <a:gd name="connsiteX72" fmla="*/ 1581821 w 5504184"/>
                <a:gd name="connsiteY72" fmla="*/ 3785790 h 3785790"/>
                <a:gd name="connsiteX73" fmla="*/ 1525328 w 5504184"/>
                <a:gd name="connsiteY73" fmla="*/ 3785790 h 3785790"/>
                <a:gd name="connsiteX74" fmla="*/ 1468834 w 5504184"/>
                <a:gd name="connsiteY74" fmla="*/ 3785790 h 3785790"/>
                <a:gd name="connsiteX75" fmla="*/ 1412340 w 5504184"/>
                <a:gd name="connsiteY75" fmla="*/ 3785790 h 3785790"/>
                <a:gd name="connsiteX76" fmla="*/ 1355847 w 5504184"/>
                <a:gd name="connsiteY76" fmla="*/ 3785790 h 3785790"/>
                <a:gd name="connsiteX77" fmla="*/ 1299353 w 5504184"/>
                <a:gd name="connsiteY77" fmla="*/ 3785790 h 3785790"/>
                <a:gd name="connsiteX78" fmla="*/ 1242860 w 5504184"/>
                <a:gd name="connsiteY78" fmla="*/ 3785790 h 3785790"/>
                <a:gd name="connsiteX79" fmla="*/ 1186366 w 5504184"/>
                <a:gd name="connsiteY79" fmla="*/ 3785790 h 3785790"/>
                <a:gd name="connsiteX80" fmla="*/ 1129872 w 5504184"/>
                <a:gd name="connsiteY80" fmla="*/ 3785790 h 3785790"/>
                <a:gd name="connsiteX81" fmla="*/ 1073379 w 5504184"/>
                <a:gd name="connsiteY81" fmla="*/ 3785790 h 3785790"/>
                <a:gd name="connsiteX82" fmla="*/ 1016885 w 5504184"/>
                <a:gd name="connsiteY82" fmla="*/ 3785790 h 3785790"/>
                <a:gd name="connsiteX83" fmla="*/ 960392 w 5504184"/>
                <a:gd name="connsiteY83" fmla="*/ 3785790 h 3785790"/>
                <a:gd name="connsiteX84" fmla="*/ 903898 w 5504184"/>
                <a:gd name="connsiteY84" fmla="*/ 3785790 h 3785790"/>
                <a:gd name="connsiteX85" fmla="*/ 847404 w 5504184"/>
                <a:gd name="connsiteY85" fmla="*/ 3785790 h 3785790"/>
                <a:gd name="connsiteX86" fmla="*/ 790911 w 5504184"/>
                <a:gd name="connsiteY86" fmla="*/ 3785790 h 3785790"/>
                <a:gd name="connsiteX87" fmla="*/ 734417 w 5504184"/>
                <a:gd name="connsiteY87" fmla="*/ 3785790 h 3785790"/>
                <a:gd name="connsiteX88" fmla="*/ 677923 w 5504184"/>
                <a:gd name="connsiteY88" fmla="*/ 3785790 h 3785790"/>
                <a:gd name="connsiteX89" fmla="*/ 621430 w 5504184"/>
                <a:gd name="connsiteY89" fmla="*/ 3785790 h 3785790"/>
                <a:gd name="connsiteX90" fmla="*/ 564936 w 5504184"/>
                <a:gd name="connsiteY90" fmla="*/ 3785790 h 3785790"/>
                <a:gd name="connsiteX91" fmla="*/ 508443 w 5504184"/>
                <a:gd name="connsiteY91" fmla="*/ 3785790 h 3785790"/>
                <a:gd name="connsiteX92" fmla="*/ 451949 w 5504184"/>
                <a:gd name="connsiteY92" fmla="*/ 3785790 h 3785790"/>
                <a:gd name="connsiteX93" fmla="*/ 395455 w 5504184"/>
                <a:gd name="connsiteY93" fmla="*/ 3785790 h 3785790"/>
                <a:gd name="connsiteX94" fmla="*/ 338962 w 5504184"/>
                <a:gd name="connsiteY94" fmla="*/ 3785790 h 3785790"/>
                <a:gd name="connsiteX95" fmla="*/ 282468 w 5504184"/>
                <a:gd name="connsiteY95" fmla="*/ 3785790 h 3785790"/>
                <a:gd name="connsiteX96" fmla="*/ 225974 w 5504184"/>
                <a:gd name="connsiteY96" fmla="*/ 3785790 h 3785790"/>
                <a:gd name="connsiteX97" fmla="*/ 169481 w 5504184"/>
                <a:gd name="connsiteY97" fmla="*/ 3785790 h 3785790"/>
                <a:gd name="connsiteX98" fmla="*/ 112987 w 5504184"/>
                <a:gd name="connsiteY98" fmla="*/ 3785790 h 3785790"/>
                <a:gd name="connsiteX99" fmla="*/ 56494 w 5504184"/>
                <a:gd name="connsiteY99" fmla="*/ 3785790 h 3785790"/>
                <a:gd name="connsiteX100" fmla="*/ 0 w 5504184"/>
                <a:gd name="connsiteY100" fmla="*/ 3785790 h 3785790"/>
                <a:gd name="connsiteX0" fmla="*/ 5196246 w 5504184"/>
                <a:gd name="connsiteY0" fmla="*/ 0 h 4827076"/>
                <a:gd name="connsiteX1" fmla="*/ 5504184 w 5504184"/>
                <a:gd name="connsiteY1" fmla="*/ 3774661 h 4827076"/>
                <a:gd name="connsiteX2" fmla="*/ 5462927 w 5504184"/>
                <a:gd name="connsiteY2" fmla="*/ 3875374 h 4827076"/>
                <a:gd name="connsiteX3" fmla="*/ 5420381 w 5504184"/>
                <a:gd name="connsiteY3" fmla="*/ 3978743 h 4827076"/>
                <a:gd name="connsiteX4" fmla="*/ 5376592 w 5504184"/>
                <a:gd name="connsiteY4" fmla="*/ 4082321 h 4827076"/>
                <a:gd name="connsiteX5" fmla="*/ 5331483 w 5504184"/>
                <a:gd name="connsiteY5" fmla="*/ 4186056 h 4827076"/>
                <a:gd name="connsiteX6" fmla="*/ 5284967 w 5504184"/>
                <a:gd name="connsiteY6" fmla="*/ 4289879 h 4827076"/>
                <a:gd name="connsiteX7" fmla="*/ 5236951 w 5504184"/>
                <a:gd name="connsiteY7" fmla="*/ 4393699 h 4827076"/>
                <a:gd name="connsiteX8" fmla="*/ 5187335 w 5504184"/>
                <a:gd name="connsiteY8" fmla="*/ 4497393 h 4827076"/>
                <a:gd name="connsiteX9" fmla="*/ 5136015 w 5504184"/>
                <a:gd name="connsiteY9" fmla="*/ 4600782 h 4827076"/>
                <a:gd name="connsiteX10" fmla="*/ 5082895 w 5504184"/>
                <a:gd name="connsiteY10" fmla="*/ 4703588 h 4827076"/>
                <a:gd name="connsiteX11" fmla="*/ 5027880 w 5504184"/>
                <a:gd name="connsiteY11" fmla="*/ 4805315 h 4827076"/>
                <a:gd name="connsiteX12" fmla="*/ 4971438 w 5504184"/>
                <a:gd name="connsiteY12" fmla="*/ 4827076 h 4827076"/>
                <a:gd name="connsiteX13" fmla="*/ 4914945 w 5504184"/>
                <a:gd name="connsiteY13" fmla="*/ 4827076 h 4827076"/>
                <a:gd name="connsiteX14" fmla="*/ 4858451 w 5504184"/>
                <a:gd name="connsiteY14" fmla="*/ 4827076 h 4827076"/>
                <a:gd name="connsiteX15" fmla="*/ 4801958 w 5504184"/>
                <a:gd name="connsiteY15" fmla="*/ 4827076 h 4827076"/>
                <a:gd name="connsiteX16" fmla="*/ 4745465 w 5504184"/>
                <a:gd name="connsiteY16" fmla="*/ 4827076 h 4827076"/>
                <a:gd name="connsiteX17" fmla="*/ 4688971 w 5504184"/>
                <a:gd name="connsiteY17" fmla="*/ 4827076 h 4827076"/>
                <a:gd name="connsiteX18" fmla="*/ 4632477 w 5504184"/>
                <a:gd name="connsiteY18" fmla="*/ 4827076 h 4827076"/>
                <a:gd name="connsiteX19" fmla="*/ 4575984 w 5504184"/>
                <a:gd name="connsiteY19" fmla="*/ 4827076 h 4827076"/>
                <a:gd name="connsiteX20" fmla="*/ 4519490 w 5504184"/>
                <a:gd name="connsiteY20" fmla="*/ 4827076 h 4827076"/>
                <a:gd name="connsiteX21" fmla="*/ 4462996 w 5504184"/>
                <a:gd name="connsiteY21" fmla="*/ 4827076 h 4827076"/>
                <a:gd name="connsiteX22" fmla="*/ 4406503 w 5504184"/>
                <a:gd name="connsiteY22" fmla="*/ 4827076 h 4827076"/>
                <a:gd name="connsiteX23" fmla="*/ 4350009 w 5504184"/>
                <a:gd name="connsiteY23" fmla="*/ 4827076 h 4827076"/>
                <a:gd name="connsiteX24" fmla="*/ 4293515 w 5504184"/>
                <a:gd name="connsiteY24" fmla="*/ 4827076 h 4827076"/>
                <a:gd name="connsiteX25" fmla="*/ 4237022 w 5504184"/>
                <a:gd name="connsiteY25" fmla="*/ 4827076 h 4827076"/>
                <a:gd name="connsiteX26" fmla="*/ 4180528 w 5504184"/>
                <a:gd name="connsiteY26" fmla="*/ 4827076 h 4827076"/>
                <a:gd name="connsiteX27" fmla="*/ 4124034 w 5504184"/>
                <a:gd name="connsiteY27" fmla="*/ 4827076 h 4827076"/>
                <a:gd name="connsiteX28" fmla="*/ 4067541 w 5504184"/>
                <a:gd name="connsiteY28" fmla="*/ 4827076 h 4827076"/>
                <a:gd name="connsiteX29" fmla="*/ 4011047 w 5504184"/>
                <a:gd name="connsiteY29" fmla="*/ 4827076 h 4827076"/>
                <a:gd name="connsiteX30" fmla="*/ 3954553 w 5504184"/>
                <a:gd name="connsiteY30" fmla="*/ 4827076 h 4827076"/>
                <a:gd name="connsiteX31" fmla="*/ 3898060 w 5504184"/>
                <a:gd name="connsiteY31" fmla="*/ 4827076 h 4827076"/>
                <a:gd name="connsiteX32" fmla="*/ 3841566 w 5504184"/>
                <a:gd name="connsiteY32" fmla="*/ 4827076 h 4827076"/>
                <a:gd name="connsiteX33" fmla="*/ 3785073 w 5504184"/>
                <a:gd name="connsiteY33" fmla="*/ 4827076 h 4827076"/>
                <a:gd name="connsiteX34" fmla="*/ 3728579 w 5504184"/>
                <a:gd name="connsiteY34" fmla="*/ 4827076 h 4827076"/>
                <a:gd name="connsiteX35" fmla="*/ 3672085 w 5504184"/>
                <a:gd name="connsiteY35" fmla="*/ 4827076 h 4827076"/>
                <a:gd name="connsiteX36" fmla="*/ 3615592 w 5504184"/>
                <a:gd name="connsiteY36" fmla="*/ 4827076 h 4827076"/>
                <a:gd name="connsiteX37" fmla="*/ 3559098 w 5504184"/>
                <a:gd name="connsiteY37" fmla="*/ 4827076 h 4827076"/>
                <a:gd name="connsiteX38" fmla="*/ 3502605 w 5504184"/>
                <a:gd name="connsiteY38" fmla="*/ 4827076 h 4827076"/>
                <a:gd name="connsiteX39" fmla="*/ 3446111 w 5504184"/>
                <a:gd name="connsiteY39" fmla="*/ 4827076 h 4827076"/>
                <a:gd name="connsiteX40" fmla="*/ 3389617 w 5504184"/>
                <a:gd name="connsiteY40" fmla="*/ 4827076 h 4827076"/>
                <a:gd name="connsiteX41" fmla="*/ 3333124 w 5504184"/>
                <a:gd name="connsiteY41" fmla="*/ 4827076 h 4827076"/>
                <a:gd name="connsiteX42" fmla="*/ 3276630 w 5504184"/>
                <a:gd name="connsiteY42" fmla="*/ 4827076 h 4827076"/>
                <a:gd name="connsiteX43" fmla="*/ 3220136 w 5504184"/>
                <a:gd name="connsiteY43" fmla="*/ 4827076 h 4827076"/>
                <a:gd name="connsiteX44" fmla="*/ 3163643 w 5504184"/>
                <a:gd name="connsiteY44" fmla="*/ 4827076 h 4827076"/>
                <a:gd name="connsiteX45" fmla="*/ 3107149 w 5504184"/>
                <a:gd name="connsiteY45" fmla="*/ 4827076 h 4827076"/>
                <a:gd name="connsiteX46" fmla="*/ 3050655 w 5504184"/>
                <a:gd name="connsiteY46" fmla="*/ 4827076 h 4827076"/>
                <a:gd name="connsiteX47" fmla="*/ 2994162 w 5504184"/>
                <a:gd name="connsiteY47" fmla="*/ 4827076 h 4827076"/>
                <a:gd name="connsiteX48" fmla="*/ 2937668 w 5504184"/>
                <a:gd name="connsiteY48" fmla="*/ 4827076 h 4827076"/>
                <a:gd name="connsiteX49" fmla="*/ 2881175 w 5504184"/>
                <a:gd name="connsiteY49" fmla="*/ 4827076 h 4827076"/>
                <a:gd name="connsiteX50" fmla="*/ 2824681 w 5504184"/>
                <a:gd name="connsiteY50" fmla="*/ 4827076 h 4827076"/>
                <a:gd name="connsiteX51" fmla="*/ 2768188 w 5504184"/>
                <a:gd name="connsiteY51" fmla="*/ 4827076 h 4827076"/>
                <a:gd name="connsiteX52" fmla="*/ 2711694 w 5504184"/>
                <a:gd name="connsiteY52" fmla="*/ 4827076 h 4827076"/>
                <a:gd name="connsiteX53" fmla="*/ 2655200 w 5504184"/>
                <a:gd name="connsiteY53" fmla="*/ 4827076 h 4827076"/>
                <a:gd name="connsiteX54" fmla="*/ 2598707 w 5504184"/>
                <a:gd name="connsiteY54" fmla="*/ 4827076 h 4827076"/>
                <a:gd name="connsiteX55" fmla="*/ 2542213 w 5504184"/>
                <a:gd name="connsiteY55" fmla="*/ 4827076 h 4827076"/>
                <a:gd name="connsiteX56" fmla="*/ 2485719 w 5504184"/>
                <a:gd name="connsiteY56" fmla="*/ 4827076 h 4827076"/>
                <a:gd name="connsiteX57" fmla="*/ 2429226 w 5504184"/>
                <a:gd name="connsiteY57" fmla="*/ 4827076 h 4827076"/>
                <a:gd name="connsiteX58" fmla="*/ 2372732 w 5504184"/>
                <a:gd name="connsiteY58" fmla="*/ 4827076 h 4827076"/>
                <a:gd name="connsiteX59" fmla="*/ 2316238 w 5504184"/>
                <a:gd name="connsiteY59" fmla="*/ 4827076 h 4827076"/>
                <a:gd name="connsiteX60" fmla="*/ 2259745 w 5504184"/>
                <a:gd name="connsiteY60" fmla="*/ 4827076 h 4827076"/>
                <a:gd name="connsiteX61" fmla="*/ 2203251 w 5504184"/>
                <a:gd name="connsiteY61" fmla="*/ 4827076 h 4827076"/>
                <a:gd name="connsiteX62" fmla="*/ 2146758 w 5504184"/>
                <a:gd name="connsiteY62" fmla="*/ 4827076 h 4827076"/>
                <a:gd name="connsiteX63" fmla="*/ 2090264 w 5504184"/>
                <a:gd name="connsiteY63" fmla="*/ 4827076 h 4827076"/>
                <a:gd name="connsiteX64" fmla="*/ 2033770 w 5504184"/>
                <a:gd name="connsiteY64" fmla="*/ 4827076 h 4827076"/>
                <a:gd name="connsiteX65" fmla="*/ 1977277 w 5504184"/>
                <a:gd name="connsiteY65" fmla="*/ 4827076 h 4827076"/>
                <a:gd name="connsiteX66" fmla="*/ 1920783 w 5504184"/>
                <a:gd name="connsiteY66" fmla="*/ 4827076 h 4827076"/>
                <a:gd name="connsiteX67" fmla="*/ 1864290 w 5504184"/>
                <a:gd name="connsiteY67" fmla="*/ 4827076 h 4827076"/>
                <a:gd name="connsiteX68" fmla="*/ 1807796 w 5504184"/>
                <a:gd name="connsiteY68" fmla="*/ 4827076 h 4827076"/>
                <a:gd name="connsiteX69" fmla="*/ 1751302 w 5504184"/>
                <a:gd name="connsiteY69" fmla="*/ 4827076 h 4827076"/>
                <a:gd name="connsiteX70" fmla="*/ 1694809 w 5504184"/>
                <a:gd name="connsiteY70" fmla="*/ 4827076 h 4827076"/>
                <a:gd name="connsiteX71" fmla="*/ 1638315 w 5504184"/>
                <a:gd name="connsiteY71" fmla="*/ 4827076 h 4827076"/>
                <a:gd name="connsiteX72" fmla="*/ 1581821 w 5504184"/>
                <a:gd name="connsiteY72" fmla="*/ 4827076 h 4827076"/>
                <a:gd name="connsiteX73" fmla="*/ 1525328 w 5504184"/>
                <a:gd name="connsiteY73" fmla="*/ 4827076 h 4827076"/>
                <a:gd name="connsiteX74" fmla="*/ 1468834 w 5504184"/>
                <a:gd name="connsiteY74" fmla="*/ 4827076 h 4827076"/>
                <a:gd name="connsiteX75" fmla="*/ 1412340 w 5504184"/>
                <a:gd name="connsiteY75" fmla="*/ 4827076 h 4827076"/>
                <a:gd name="connsiteX76" fmla="*/ 1355847 w 5504184"/>
                <a:gd name="connsiteY76" fmla="*/ 4827076 h 4827076"/>
                <a:gd name="connsiteX77" fmla="*/ 1299353 w 5504184"/>
                <a:gd name="connsiteY77" fmla="*/ 4827076 h 4827076"/>
                <a:gd name="connsiteX78" fmla="*/ 1242860 w 5504184"/>
                <a:gd name="connsiteY78" fmla="*/ 4827076 h 4827076"/>
                <a:gd name="connsiteX79" fmla="*/ 1186366 w 5504184"/>
                <a:gd name="connsiteY79" fmla="*/ 4827076 h 4827076"/>
                <a:gd name="connsiteX80" fmla="*/ 1129872 w 5504184"/>
                <a:gd name="connsiteY80" fmla="*/ 4827076 h 4827076"/>
                <a:gd name="connsiteX81" fmla="*/ 1073379 w 5504184"/>
                <a:gd name="connsiteY81" fmla="*/ 4827076 h 4827076"/>
                <a:gd name="connsiteX82" fmla="*/ 1016885 w 5504184"/>
                <a:gd name="connsiteY82" fmla="*/ 4827076 h 4827076"/>
                <a:gd name="connsiteX83" fmla="*/ 960392 w 5504184"/>
                <a:gd name="connsiteY83" fmla="*/ 4827076 h 4827076"/>
                <a:gd name="connsiteX84" fmla="*/ 903898 w 5504184"/>
                <a:gd name="connsiteY84" fmla="*/ 4827076 h 4827076"/>
                <a:gd name="connsiteX85" fmla="*/ 847404 w 5504184"/>
                <a:gd name="connsiteY85" fmla="*/ 4827076 h 4827076"/>
                <a:gd name="connsiteX86" fmla="*/ 790911 w 5504184"/>
                <a:gd name="connsiteY86" fmla="*/ 4827076 h 4827076"/>
                <a:gd name="connsiteX87" fmla="*/ 734417 w 5504184"/>
                <a:gd name="connsiteY87" fmla="*/ 4827076 h 4827076"/>
                <a:gd name="connsiteX88" fmla="*/ 677923 w 5504184"/>
                <a:gd name="connsiteY88" fmla="*/ 4827076 h 4827076"/>
                <a:gd name="connsiteX89" fmla="*/ 621430 w 5504184"/>
                <a:gd name="connsiteY89" fmla="*/ 4827076 h 4827076"/>
                <a:gd name="connsiteX90" fmla="*/ 564936 w 5504184"/>
                <a:gd name="connsiteY90" fmla="*/ 4827076 h 4827076"/>
                <a:gd name="connsiteX91" fmla="*/ 508443 w 5504184"/>
                <a:gd name="connsiteY91" fmla="*/ 4827076 h 4827076"/>
                <a:gd name="connsiteX92" fmla="*/ 451949 w 5504184"/>
                <a:gd name="connsiteY92" fmla="*/ 4827076 h 4827076"/>
                <a:gd name="connsiteX93" fmla="*/ 395455 w 5504184"/>
                <a:gd name="connsiteY93" fmla="*/ 4827076 h 4827076"/>
                <a:gd name="connsiteX94" fmla="*/ 338962 w 5504184"/>
                <a:gd name="connsiteY94" fmla="*/ 4827076 h 4827076"/>
                <a:gd name="connsiteX95" fmla="*/ 282468 w 5504184"/>
                <a:gd name="connsiteY95" fmla="*/ 4827076 h 4827076"/>
                <a:gd name="connsiteX96" fmla="*/ 225974 w 5504184"/>
                <a:gd name="connsiteY96" fmla="*/ 4827076 h 4827076"/>
                <a:gd name="connsiteX97" fmla="*/ 169481 w 5504184"/>
                <a:gd name="connsiteY97" fmla="*/ 4827076 h 4827076"/>
                <a:gd name="connsiteX98" fmla="*/ 112987 w 5504184"/>
                <a:gd name="connsiteY98" fmla="*/ 4827076 h 4827076"/>
                <a:gd name="connsiteX99" fmla="*/ 56494 w 5504184"/>
                <a:gd name="connsiteY99" fmla="*/ 4827076 h 4827076"/>
                <a:gd name="connsiteX100" fmla="*/ 0 w 5504184"/>
                <a:gd name="connsiteY100" fmla="*/ 4827076 h 4827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504184" h="4827076">
                  <a:moveTo>
                    <a:pt x="5196246" y="0"/>
                  </a:moveTo>
                  <a:lnTo>
                    <a:pt x="5504184" y="3774661"/>
                  </a:lnTo>
                  <a:lnTo>
                    <a:pt x="5462927" y="3875374"/>
                  </a:lnTo>
                  <a:lnTo>
                    <a:pt x="5420381" y="3978743"/>
                  </a:lnTo>
                  <a:lnTo>
                    <a:pt x="5376592" y="4082321"/>
                  </a:lnTo>
                  <a:lnTo>
                    <a:pt x="5331483" y="4186056"/>
                  </a:lnTo>
                  <a:lnTo>
                    <a:pt x="5284967" y="4289879"/>
                  </a:lnTo>
                  <a:lnTo>
                    <a:pt x="5236951" y="4393699"/>
                  </a:lnTo>
                  <a:lnTo>
                    <a:pt x="5187335" y="4497393"/>
                  </a:lnTo>
                  <a:lnTo>
                    <a:pt x="5136015" y="4600782"/>
                  </a:lnTo>
                  <a:lnTo>
                    <a:pt x="5082895" y="4703588"/>
                  </a:lnTo>
                  <a:lnTo>
                    <a:pt x="5027880" y="4805315"/>
                  </a:lnTo>
                  <a:lnTo>
                    <a:pt x="4971438" y="4827076"/>
                  </a:lnTo>
                  <a:lnTo>
                    <a:pt x="4914945" y="4827076"/>
                  </a:lnTo>
                  <a:lnTo>
                    <a:pt x="4858451" y="4827076"/>
                  </a:lnTo>
                  <a:lnTo>
                    <a:pt x="4801958" y="4827076"/>
                  </a:lnTo>
                  <a:lnTo>
                    <a:pt x="4745465" y="4827076"/>
                  </a:lnTo>
                  <a:lnTo>
                    <a:pt x="4688971" y="4827076"/>
                  </a:lnTo>
                  <a:lnTo>
                    <a:pt x="4632477" y="4827076"/>
                  </a:lnTo>
                  <a:lnTo>
                    <a:pt x="4575984" y="4827076"/>
                  </a:lnTo>
                  <a:lnTo>
                    <a:pt x="4519490" y="4827076"/>
                  </a:lnTo>
                  <a:lnTo>
                    <a:pt x="4462996" y="4827076"/>
                  </a:lnTo>
                  <a:lnTo>
                    <a:pt x="4406503" y="4827076"/>
                  </a:lnTo>
                  <a:lnTo>
                    <a:pt x="4350009" y="4827076"/>
                  </a:lnTo>
                  <a:lnTo>
                    <a:pt x="4293515" y="4827076"/>
                  </a:lnTo>
                  <a:lnTo>
                    <a:pt x="4237022" y="4827076"/>
                  </a:lnTo>
                  <a:lnTo>
                    <a:pt x="4180528" y="4827076"/>
                  </a:lnTo>
                  <a:lnTo>
                    <a:pt x="4124034" y="4827076"/>
                  </a:lnTo>
                  <a:lnTo>
                    <a:pt x="4067541" y="4827076"/>
                  </a:lnTo>
                  <a:lnTo>
                    <a:pt x="4011047" y="4827076"/>
                  </a:lnTo>
                  <a:lnTo>
                    <a:pt x="3954553" y="4827076"/>
                  </a:lnTo>
                  <a:lnTo>
                    <a:pt x="3898060" y="4827076"/>
                  </a:lnTo>
                  <a:lnTo>
                    <a:pt x="3841566" y="4827076"/>
                  </a:lnTo>
                  <a:lnTo>
                    <a:pt x="3785073" y="4827076"/>
                  </a:lnTo>
                  <a:lnTo>
                    <a:pt x="3728579" y="4827076"/>
                  </a:lnTo>
                  <a:lnTo>
                    <a:pt x="3672085" y="4827076"/>
                  </a:lnTo>
                  <a:lnTo>
                    <a:pt x="3615592" y="4827076"/>
                  </a:lnTo>
                  <a:lnTo>
                    <a:pt x="3559098" y="4827076"/>
                  </a:lnTo>
                  <a:lnTo>
                    <a:pt x="3502605" y="4827076"/>
                  </a:lnTo>
                  <a:lnTo>
                    <a:pt x="3446111" y="4827076"/>
                  </a:lnTo>
                  <a:lnTo>
                    <a:pt x="3389617" y="4827076"/>
                  </a:lnTo>
                  <a:lnTo>
                    <a:pt x="3333124" y="4827076"/>
                  </a:lnTo>
                  <a:lnTo>
                    <a:pt x="3276630" y="4827076"/>
                  </a:lnTo>
                  <a:lnTo>
                    <a:pt x="3220136" y="4827076"/>
                  </a:lnTo>
                  <a:lnTo>
                    <a:pt x="3163643" y="4827076"/>
                  </a:lnTo>
                  <a:lnTo>
                    <a:pt x="3107149" y="4827076"/>
                  </a:lnTo>
                  <a:lnTo>
                    <a:pt x="3050655" y="4827076"/>
                  </a:lnTo>
                  <a:lnTo>
                    <a:pt x="2994162" y="4827076"/>
                  </a:lnTo>
                  <a:lnTo>
                    <a:pt x="2937668" y="4827076"/>
                  </a:lnTo>
                  <a:lnTo>
                    <a:pt x="2881175" y="4827076"/>
                  </a:lnTo>
                  <a:lnTo>
                    <a:pt x="2824681" y="4827076"/>
                  </a:lnTo>
                  <a:lnTo>
                    <a:pt x="2768188" y="4827076"/>
                  </a:lnTo>
                  <a:lnTo>
                    <a:pt x="2711694" y="4827076"/>
                  </a:lnTo>
                  <a:lnTo>
                    <a:pt x="2655200" y="4827076"/>
                  </a:lnTo>
                  <a:lnTo>
                    <a:pt x="2598707" y="4827076"/>
                  </a:lnTo>
                  <a:lnTo>
                    <a:pt x="2542213" y="4827076"/>
                  </a:lnTo>
                  <a:lnTo>
                    <a:pt x="2485719" y="4827076"/>
                  </a:lnTo>
                  <a:lnTo>
                    <a:pt x="2429226" y="4827076"/>
                  </a:lnTo>
                  <a:lnTo>
                    <a:pt x="2372732" y="4827076"/>
                  </a:lnTo>
                  <a:lnTo>
                    <a:pt x="2316238" y="4827076"/>
                  </a:lnTo>
                  <a:lnTo>
                    <a:pt x="2259745" y="4827076"/>
                  </a:lnTo>
                  <a:lnTo>
                    <a:pt x="2203251" y="4827076"/>
                  </a:lnTo>
                  <a:lnTo>
                    <a:pt x="2146758" y="4827076"/>
                  </a:lnTo>
                  <a:lnTo>
                    <a:pt x="2090264" y="4827076"/>
                  </a:lnTo>
                  <a:lnTo>
                    <a:pt x="2033770" y="4827076"/>
                  </a:lnTo>
                  <a:lnTo>
                    <a:pt x="1977277" y="4827076"/>
                  </a:lnTo>
                  <a:lnTo>
                    <a:pt x="1920783" y="4827076"/>
                  </a:lnTo>
                  <a:lnTo>
                    <a:pt x="1864290" y="4827076"/>
                  </a:lnTo>
                  <a:lnTo>
                    <a:pt x="1807796" y="4827076"/>
                  </a:lnTo>
                  <a:lnTo>
                    <a:pt x="1751302" y="4827076"/>
                  </a:lnTo>
                  <a:lnTo>
                    <a:pt x="1694809" y="4827076"/>
                  </a:lnTo>
                  <a:lnTo>
                    <a:pt x="1638315" y="4827076"/>
                  </a:lnTo>
                  <a:lnTo>
                    <a:pt x="1581821" y="4827076"/>
                  </a:lnTo>
                  <a:lnTo>
                    <a:pt x="1525328" y="4827076"/>
                  </a:lnTo>
                  <a:lnTo>
                    <a:pt x="1468834" y="4827076"/>
                  </a:lnTo>
                  <a:lnTo>
                    <a:pt x="1412340" y="4827076"/>
                  </a:lnTo>
                  <a:lnTo>
                    <a:pt x="1355847" y="4827076"/>
                  </a:lnTo>
                  <a:lnTo>
                    <a:pt x="1299353" y="4827076"/>
                  </a:lnTo>
                  <a:lnTo>
                    <a:pt x="1242860" y="4827076"/>
                  </a:lnTo>
                  <a:lnTo>
                    <a:pt x="1186366" y="4827076"/>
                  </a:lnTo>
                  <a:lnTo>
                    <a:pt x="1129872" y="4827076"/>
                  </a:lnTo>
                  <a:lnTo>
                    <a:pt x="1073379" y="4827076"/>
                  </a:lnTo>
                  <a:lnTo>
                    <a:pt x="1016885" y="4827076"/>
                  </a:lnTo>
                  <a:lnTo>
                    <a:pt x="960392" y="4827076"/>
                  </a:lnTo>
                  <a:lnTo>
                    <a:pt x="903898" y="4827076"/>
                  </a:lnTo>
                  <a:lnTo>
                    <a:pt x="847404" y="4827076"/>
                  </a:lnTo>
                  <a:lnTo>
                    <a:pt x="790911" y="4827076"/>
                  </a:lnTo>
                  <a:lnTo>
                    <a:pt x="734417" y="4827076"/>
                  </a:lnTo>
                  <a:lnTo>
                    <a:pt x="677923" y="4827076"/>
                  </a:lnTo>
                  <a:lnTo>
                    <a:pt x="621430" y="4827076"/>
                  </a:lnTo>
                  <a:lnTo>
                    <a:pt x="564936" y="4827076"/>
                  </a:lnTo>
                  <a:lnTo>
                    <a:pt x="508443" y="4827076"/>
                  </a:lnTo>
                  <a:lnTo>
                    <a:pt x="451949" y="4827076"/>
                  </a:lnTo>
                  <a:lnTo>
                    <a:pt x="395455" y="4827076"/>
                  </a:lnTo>
                  <a:lnTo>
                    <a:pt x="338962" y="4827076"/>
                  </a:lnTo>
                  <a:lnTo>
                    <a:pt x="282468" y="4827076"/>
                  </a:lnTo>
                  <a:lnTo>
                    <a:pt x="225974" y="4827076"/>
                  </a:lnTo>
                  <a:lnTo>
                    <a:pt x="169481" y="4827076"/>
                  </a:lnTo>
                  <a:lnTo>
                    <a:pt x="112987" y="4827076"/>
                  </a:lnTo>
                  <a:lnTo>
                    <a:pt x="56494" y="4827076"/>
                  </a:lnTo>
                  <a:lnTo>
                    <a:pt x="0" y="4827076"/>
                  </a:lnTo>
                </a:path>
              </a:pathLst>
            </a:custGeom>
            <a:noFill/>
            <a:ln w="44450" cap="rnd">
              <a:solidFill>
                <a:srgbClr val="C00000"/>
              </a:solidFill>
              <a:custDash>
                <a:ds d="555000" sp="240000"/>
              </a:custDash>
              <a:round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04987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7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Ysabeau Infant Medium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zhg GAN</dc:creator>
  <cp:lastModifiedBy>zhg GAN</cp:lastModifiedBy>
  <cp:revision>11</cp:revision>
  <dcterms:created xsi:type="dcterms:W3CDTF">2025-11-04T04:04:56Z</dcterms:created>
  <dcterms:modified xsi:type="dcterms:W3CDTF">2025-11-04T04:42:55Z</dcterms:modified>
</cp:coreProperties>
</file>